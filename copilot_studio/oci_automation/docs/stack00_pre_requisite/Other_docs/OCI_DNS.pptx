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sldIdLst>
    <p:sldId id="256" r:id="rId5"/>
    <p:sldId id="297" r:id="rId6"/>
    <p:sldId id="298" r:id="rId7"/>
    <p:sldId id="299" r:id="rId8"/>
    <p:sldId id="300" r:id="rId9"/>
    <p:sldId id="301" r:id="rId10"/>
    <p:sldId id="302" r:id="rId11"/>
    <p:sldId id="303" r:id="rId12"/>
    <p:sldId id="304"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9C6C"/>
    <a:srgbClr val="009C00"/>
    <a:srgbClr val="0D9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157DA-329C-D340-BFDC-EA6DE1F3A43B}" v="18" vWet="20" dt="2023-02-20T20:10:31.777"/>
    <p1510:client id="{31A32D8A-7C5E-4BC2-A309-328FF08EFD0B}" v="4" dt="2023-02-20T17:07:45.263"/>
    <p1510:client id="{83D3DC76-8CDD-D526-E406-62B74DD8F014}" v="22" dt="2023-02-23T17:05:02.942"/>
    <p1510:client id="{E254A7B4-D745-461E-A9CD-6D99BB3F97BF}" v="712" dt="2023-02-20T20:37:58.790"/>
    <p1510:client id="{F9E33575-399C-2A92-798A-D8B4782EED27}" v="250" dt="2023-03-03T17:17:36.11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4">
              <a:alpha val="20000"/>
            </a:scheme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4">
              <a:alpha val="20000"/>
            </a:schemeClr>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4"/>
              </a:solidFill>
              <a:prstDash val="solid"/>
              <a:round/>
            </a:ln>
          </a:top>
          <a:bottom>
            <a:ln w="12700" cap="flat">
              <a:solidFill>
                <a:schemeClr val="accent4"/>
              </a:solidFill>
              <a:prstDash val="solid"/>
              <a:round/>
            </a:ln>
          </a:bottom>
          <a:insideH>
            <a:ln w="12700" cap="flat">
              <a:noFill/>
              <a:miter lim="400000"/>
            </a:ln>
          </a:insideH>
          <a:insideV>
            <a:ln w="12700" cap="flat">
              <a:noFill/>
              <a:miter lim="400000"/>
            </a:ln>
          </a:insideV>
        </a:tcBdr>
        <a:fill>
          <a:no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4"/>
              </a:solidFill>
              <a:prstDash val="solid"/>
              <a:round/>
            </a:ln>
          </a:top>
          <a:bottom>
            <a:ln w="12700" cap="flat">
              <a:solidFill>
                <a:schemeClr val="accent4"/>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FFFFFF"/>
          </a:solidFill>
        </a:fill>
      </a:tcStyle>
    </a:band2H>
    <a:firstCol>
      <a:tcTxStyle b="on" i="off">
        <a:fontRef idx="major">
          <a:srgbClr val="000000"/>
        </a:fontRef>
        <a:srgbClr val="000000"/>
      </a:tcTxStyle>
      <a:tcStyle>
        <a:tcBdr>
          <a:left>
            <a:ln w="6350" cap="flat">
              <a:solidFill>
                <a:schemeClr val="accent4"/>
              </a:solidFill>
              <a:prstDash val="solid"/>
              <a:miter lim="800000"/>
            </a:ln>
          </a:left>
          <a:right>
            <a:ln w="6350" cap="flat">
              <a:solidFill>
                <a:schemeClr val="accent4"/>
              </a:solidFill>
              <a:prstDash val="solid"/>
              <a:miter lim="8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chemeClr val="accent4"/>
              </a:solidFill>
              <a:prstDash val="solid"/>
              <a:round/>
            </a:ln>
          </a:top>
          <a:bottom>
            <a:ln w="6350" cap="flat">
              <a:solidFill>
                <a:schemeClr val="accent4"/>
              </a:solidFill>
              <a:prstDash val="solid"/>
              <a:miter lim="800000"/>
            </a:ln>
          </a:bottom>
          <a:insideH>
            <a:ln w="12700" cap="flat">
              <a:noFill/>
              <a:miter lim="400000"/>
            </a:ln>
          </a:insideH>
          <a:insideV>
            <a:ln w="12700" cap="flat">
              <a:noFill/>
              <a:miter lim="400000"/>
            </a:ln>
          </a:insideV>
        </a:tcBdr>
        <a:fill>
          <a:no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6350" cap="flat">
              <a:solidFill>
                <a:schemeClr val="accent4"/>
              </a:solidFill>
              <a:prstDash val="solid"/>
              <a:miter lim="800000"/>
            </a:ln>
          </a:top>
          <a:bottom>
            <a:ln w="6350" cap="flat">
              <a:solidFill>
                <a:schemeClr val="accent4"/>
              </a:solidFill>
              <a:prstDash val="solid"/>
              <a:miter lim="800000"/>
            </a:ln>
          </a:bottom>
          <a:insideH>
            <a:ln w="12700" cap="flat">
              <a:noFill/>
              <a:miter lim="400000"/>
            </a:ln>
          </a:insideH>
          <a:insideV>
            <a:ln w="12700" cap="flat">
              <a:noFill/>
              <a:miter lim="400000"/>
            </a:ln>
          </a:insideV>
        </a:tcBdr>
        <a:fill>
          <a:solidFill>
            <a:schemeClr val="accent4"/>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CCCA"/>
          </a:solidFill>
        </a:fill>
      </a:tcStyle>
    </a:wholeTbl>
    <a:band2H>
      <a:tcTxStyle/>
      <a:tcStyle>
        <a:tcBdr/>
        <a:fill>
          <a:solidFill>
            <a:srgbClr val="F0E7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4DDCB"/>
          </a:solidFill>
        </a:fill>
      </a:tcStyle>
    </a:wholeTbl>
    <a:band2H>
      <a:tcTxStyle/>
      <a:tcStyle>
        <a:tcBdr/>
        <a:fill>
          <a:solidFill>
            <a:srgbClr val="F9EF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D6CE"/>
          </a:solidFill>
        </a:fill>
      </a:tcStyle>
    </a:wholeTbl>
    <a:band2H>
      <a:tcTxStyle/>
      <a:tcStyle>
        <a:tcBdr/>
        <a:fill>
          <a:solidFill>
            <a:srgbClr val="F2EC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49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nnusamy Somasundaram" userId="S::psomasundaram_delta.org#ext#@edgewater.onmicrosoft.com::5b158536-99f7-4913-ae5f-dd1f2d052e43" providerId="AD" clId="Web-{45148451-7823-349C-D777-3E278CA8DFD3}"/>
    <pc:docChg chg="modSld">
      <pc:chgData name="Ponnusamy Somasundaram" userId="S::psomasundaram_delta.org#ext#@edgewater.onmicrosoft.com::5b158536-99f7-4913-ae5f-dd1f2d052e43" providerId="AD" clId="Web-{45148451-7823-349C-D777-3E278CA8DFD3}" dt="2023-02-16T22:04:58.756" v="12" actId="1076"/>
      <pc:docMkLst>
        <pc:docMk/>
      </pc:docMkLst>
      <pc:sldChg chg="modSp">
        <pc:chgData name="Ponnusamy Somasundaram" userId="S::psomasundaram_delta.org#ext#@edgewater.onmicrosoft.com::5b158536-99f7-4913-ae5f-dd1f2d052e43" providerId="AD" clId="Web-{45148451-7823-349C-D777-3E278CA8DFD3}" dt="2023-02-16T22:00:20.300" v="2" actId="20577"/>
        <pc:sldMkLst>
          <pc:docMk/>
          <pc:sldMk cId="0" sldId="257"/>
        </pc:sldMkLst>
        <pc:spChg chg="mod">
          <ac:chgData name="Ponnusamy Somasundaram" userId="S::psomasundaram_delta.org#ext#@edgewater.onmicrosoft.com::5b158536-99f7-4913-ae5f-dd1f2d052e43" providerId="AD" clId="Web-{45148451-7823-349C-D777-3E278CA8DFD3}" dt="2023-02-16T22:00:20.300" v="2" actId="20577"/>
          <ac:spMkLst>
            <pc:docMk/>
            <pc:sldMk cId="0" sldId="257"/>
            <ac:spMk id="124" creationId="{00000000-0000-0000-0000-000000000000}"/>
          </ac:spMkLst>
        </pc:spChg>
      </pc:sldChg>
      <pc:sldChg chg="modSp">
        <pc:chgData name="Ponnusamy Somasundaram" userId="S::psomasundaram_delta.org#ext#@edgewater.onmicrosoft.com::5b158536-99f7-4913-ae5f-dd1f2d052e43" providerId="AD" clId="Web-{45148451-7823-349C-D777-3E278CA8DFD3}" dt="2023-02-16T22:04:58.756" v="12" actId="1076"/>
        <pc:sldMkLst>
          <pc:docMk/>
          <pc:sldMk cId="0" sldId="258"/>
        </pc:sldMkLst>
        <pc:picChg chg="mod">
          <ac:chgData name="Ponnusamy Somasundaram" userId="S::psomasundaram_delta.org#ext#@edgewater.onmicrosoft.com::5b158536-99f7-4913-ae5f-dd1f2d052e43" providerId="AD" clId="Web-{45148451-7823-349C-D777-3E278CA8DFD3}" dt="2023-02-16T22:04:58.756" v="12" actId="1076"/>
          <ac:picMkLst>
            <pc:docMk/>
            <pc:sldMk cId="0" sldId="258"/>
            <ac:picMk id="5" creationId="{F1085EBC-5A91-40A2-205F-7EEC9776AD6E}"/>
          </ac:picMkLst>
        </pc:picChg>
      </pc:sldChg>
    </pc:docChg>
  </pc:docChgLst>
  <pc:docChgLst>
    <pc:chgData name="Uma Prasath" userId="S::uma.prasath-prt@alithya.com::10b5dc1d-bcdf-406c-b6a0-e384053d82c0" providerId="AD" clId="Web-{4026A5A8-8132-A89E-C17E-06734910263A}"/>
    <pc:docChg chg="delSld modSld">
      <pc:chgData name="Uma Prasath" userId="S::uma.prasath-prt@alithya.com::10b5dc1d-bcdf-406c-b6a0-e384053d82c0" providerId="AD" clId="Web-{4026A5A8-8132-A89E-C17E-06734910263A}" dt="2023-02-16T17:50:36.434" v="188"/>
      <pc:docMkLst>
        <pc:docMk/>
      </pc:docMkLst>
      <pc:sldChg chg="addSp delSp modSp mod setBg">
        <pc:chgData name="Uma Prasath" userId="S::uma.prasath-prt@alithya.com::10b5dc1d-bcdf-406c-b6a0-e384053d82c0" providerId="AD" clId="Web-{4026A5A8-8132-A89E-C17E-06734910263A}" dt="2023-02-16T17:50:36.434" v="188"/>
        <pc:sldMkLst>
          <pc:docMk/>
          <pc:sldMk cId="0" sldId="257"/>
        </pc:sldMkLst>
        <pc:spChg chg="mod">
          <ac:chgData name="Uma Prasath" userId="S::uma.prasath-prt@alithya.com::10b5dc1d-bcdf-406c-b6a0-e384053d82c0" providerId="AD" clId="Web-{4026A5A8-8132-A89E-C17E-06734910263A}" dt="2023-02-16T17:50:36.434" v="188"/>
          <ac:spMkLst>
            <pc:docMk/>
            <pc:sldMk cId="0" sldId="257"/>
            <ac:spMk id="122" creationId="{00000000-0000-0000-0000-000000000000}"/>
          </ac:spMkLst>
        </pc:spChg>
        <pc:spChg chg="mod">
          <ac:chgData name="Uma Prasath" userId="S::uma.prasath-prt@alithya.com::10b5dc1d-bcdf-406c-b6a0-e384053d82c0" providerId="AD" clId="Web-{4026A5A8-8132-A89E-C17E-06734910263A}" dt="2023-02-16T17:50:36.434" v="188"/>
          <ac:spMkLst>
            <pc:docMk/>
            <pc:sldMk cId="0" sldId="257"/>
            <ac:spMk id="124" creationId="{00000000-0000-0000-0000-000000000000}"/>
          </ac:spMkLst>
        </pc:spChg>
        <pc:spChg chg="add del">
          <ac:chgData name="Uma Prasath" userId="S::uma.prasath-prt@alithya.com::10b5dc1d-bcdf-406c-b6a0-e384053d82c0" providerId="AD" clId="Web-{4026A5A8-8132-A89E-C17E-06734910263A}" dt="2023-02-16T17:49:17.322" v="178"/>
          <ac:spMkLst>
            <pc:docMk/>
            <pc:sldMk cId="0" sldId="257"/>
            <ac:spMk id="130" creationId="{59A309A7-1751-4ABE-A3C1-EEC40366AD89}"/>
          </ac:spMkLst>
        </pc:spChg>
        <pc:spChg chg="add del">
          <ac:chgData name="Uma Prasath" userId="S::uma.prasath-prt@alithya.com::10b5dc1d-bcdf-406c-b6a0-e384053d82c0" providerId="AD" clId="Web-{4026A5A8-8132-A89E-C17E-06734910263A}" dt="2023-02-16T17:49:17.322" v="178"/>
          <ac:spMkLst>
            <pc:docMk/>
            <pc:sldMk cId="0" sldId="257"/>
            <ac:spMk id="132" creationId="{967D8EB6-EAE1-4F9C-B398-83321E287204}"/>
          </ac:spMkLst>
        </pc:spChg>
        <pc:spChg chg="add del">
          <ac:chgData name="Uma Prasath" userId="S::uma.prasath-prt@alithya.com::10b5dc1d-bcdf-406c-b6a0-e384053d82c0" providerId="AD" clId="Web-{4026A5A8-8132-A89E-C17E-06734910263A}" dt="2023-02-16T17:49:21.431" v="180"/>
          <ac:spMkLst>
            <pc:docMk/>
            <pc:sldMk cId="0" sldId="257"/>
            <ac:spMk id="134" creationId="{46F7435D-E3DB-47B1-BA61-B00ACC83A9DE}"/>
          </ac:spMkLst>
        </pc:spChg>
        <pc:spChg chg="add del">
          <ac:chgData name="Uma Prasath" userId="S::uma.prasath-prt@alithya.com::10b5dc1d-bcdf-406c-b6a0-e384053d82c0" providerId="AD" clId="Web-{4026A5A8-8132-A89E-C17E-06734910263A}" dt="2023-02-16T17:49:21.431" v="180"/>
          <ac:spMkLst>
            <pc:docMk/>
            <pc:sldMk cId="0" sldId="257"/>
            <ac:spMk id="135" creationId="{F263A0B5-F8C4-4116-809F-78A768EA79A6}"/>
          </ac:spMkLst>
        </pc:spChg>
        <pc:spChg chg="add del">
          <ac:chgData name="Uma Prasath" userId="S::uma.prasath-prt@alithya.com::10b5dc1d-bcdf-406c-b6a0-e384053d82c0" providerId="AD" clId="Web-{4026A5A8-8132-A89E-C17E-06734910263A}" dt="2023-02-16T17:49:57.104" v="182"/>
          <ac:spMkLst>
            <pc:docMk/>
            <pc:sldMk cId="0" sldId="257"/>
            <ac:spMk id="137" creationId="{59A309A7-1751-4ABE-A3C1-EEC40366AD89}"/>
          </ac:spMkLst>
        </pc:spChg>
        <pc:spChg chg="add del">
          <ac:chgData name="Uma Prasath" userId="S::uma.prasath-prt@alithya.com::10b5dc1d-bcdf-406c-b6a0-e384053d82c0" providerId="AD" clId="Web-{4026A5A8-8132-A89E-C17E-06734910263A}" dt="2023-02-16T17:49:57.104" v="182"/>
          <ac:spMkLst>
            <pc:docMk/>
            <pc:sldMk cId="0" sldId="257"/>
            <ac:spMk id="138" creationId="{967D8EB6-EAE1-4F9C-B398-83321E287204}"/>
          </ac:spMkLst>
        </pc:spChg>
        <pc:spChg chg="add del">
          <ac:chgData name="Uma Prasath" userId="S::uma.prasath-prt@alithya.com::10b5dc1d-bcdf-406c-b6a0-e384053d82c0" providerId="AD" clId="Web-{4026A5A8-8132-A89E-C17E-06734910263A}" dt="2023-02-16T17:50:22.371" v="184"/>
          <ac:spMkLst>
            <pc:docMk/>
            <pc:sldMk cId="0" sldId="257"/>
            <ac:spMk id="140" creationId="{90D01200-0224-43C5-AB38-FB4D16B73FB7}"/>
          </ac:spMkLst>
        </pc:spChg>
        <pc:spChg chg="add del">
          <ac:chgData name="Uma Prasath" userId="S::uma.prasath-prt@alithya.com::10b5dc1d-bcdf-406c-b6a0-e384053d82c0" providerId="AD" clId="Web-{4026A5A8-8132-A89E-C17E-06734910263A}" dt="2023-02-16T17:50:22.371" v="184"/>
          <ac:spMkLst>
            <pc:docMk/>
            <pc:sldMk cId="0" sldId="257"/>
            <ac:spMk id="141" creationId="{728A44A4-A002-4A88-9FC9-1D0566C97A47}"/>
          </ac:spMkLst>
        </pc:spChg>
        <pc:spChg chg="add del">
          <ac:chgData name="Uma Prasath" userId="S::uma.prasath-prt@alithya.com::10b5dc1d-bcdf-406c-b6a0-e384053d82c0" providerId="AD" clId="Web-{4026A5A8-8132-A89E-C17E-06734910263A}" dt="2023-02-16T17:50:22.371" v="184"/>
          <ac:spMkLst>
            <pc:docMk/>
            <pc:sldMk cId="0" sldId="257"/>
            <ac:spMk id="142" creationId="{3E7D5C7B-DD16-401B-85CE-4AAA2A4F5136}"/>
          </ac:spMkLst>
        </pc:spChg>
        <pc:spChg chg="add del">
          <ac:chgData name="Uma Prasath" userId="S::uma.prasath-prt@alithya.com::10b5dc1d-bcdf-406c-b6a0-e384053d82c0" providerId="AD" clId="Web-{4026A5A8-8132-A89E-C17E-06734910263A}" dt="2023-02-16T17:50:36.434" v="188"/>
          <ac:spMkLst>
            <pc:docMk/>
            <pc:sldMk cId="0" sldId="257"/>
            <ac:spMk id="144" creationId="{77C59BEC-C4CC-4741-B975-08C543178D3D}"/>
          </ac:spMkLst>
        </pc:spChg>
        <pc:spChg chg="add del">
          <ac:chgData name="Uma Prasath" userId="S::uma.prasath-prt@alithya.com::10b5dc1d-bcdf-406c-b6a0-e384053d82c0" providerId="AD" clId="Web-{4026A5A8-8132-A89E-C17E-06734910263A}" dt="2023-02-16T17:50:36.434" v="188"/>
          <ac:spMkLst>
            <pc:docMk/>
            <pc:sldMk cId="0" sldId="257"/>
            <ac:spMk id="145" creationId="{72DEF309-605D-4117-9340-6D589B6C3A34}"/>
          </ac:spMkLst>
        </pc:spChg>
        <pc:spChg chg="add del">
          <ac:chgData name="Uma Prasath" userId="S::uma.prasath-prt@alithya.com::10b5dc1d-bcdf-406c-b6a0-e384053d82c0" providerId="AD" clId="Web-{4026A5A8-8132-A89E-C17E-06734910263A}" dt="2023-02-16T17:50:36.434" v="188"/>
          <ac:spMkLst>
            <pc:docMk/>
            <pc:sldMk cId="0" sldId="257"/>
            <ac:spMk id="146" creationId="{A7B99495-F43F-4D80-A44F-2CB4764EB90B}"/>
          </ac:spMkLst>
        </pc:spChg>
        <pc:picChg chg="mod">
          <ac:chgData name="Uma Prasath" userId="S::uma.prasath-prt@alithya.com::10b5dc1d-bcdf-406c-b6a0-e384053d82c0" providerId="AD" clId="Web-{4026A5A8-8132-A89E-C17E-06734910263A}" dt="2023-02-16T17:50:36.434" v="188"/>
          <ac:picMkLst>
            <pc:docMk/>
            <pc:sldMk cId="0" sldId="257"/>
            <ac:picMk id="125" creationId="{00000000-0000-0000-0000-000000000000}"/>
          </ac:picMkLst>
        </pc:picChg>
      </pc:sldChg>
      <pc:sldChg chg="addSp modSp">
        <pc:chgData name="Uma Prasath" userId="S::uma.prasath-prt@alithya.com::10b5dc1d-bcdf-406c-b6a0-e384053d82c0" providerId="AD" clId="Web-{4026A5A8-8132-A89E-C17E-06734910263A}" dt="2023-02-16T17:36:19.061" v="12" actId="20577"/>
        <pc:sldMkLst>
          <pc:docMk/>
          <pc:sldMk cId="0" sldId="258"/>
        </pc:sldMkLst>
        <pc:spChg chg="mod">
          <ac:chgData name="Uma Prasath" userId="S::uma.prasath-prt@alithya.com::10b5dc1d-bcdf-406c-b6a0-e384053d82c0" providerId="AD" clId="Web-{4026A5A8-8132-A89E-C17E-06734910263A}" dt="2023-02-16T17:36:19.061" v="12" actId="20577"/>
          <ac:spMkLst>
            <pc:docMk/>
            <pc:sldMk cId="0" sldId="258"/>
            <ac:spMk id="129" creationId="{00000000-0000-0000-0000-000000000000}"/>
          </ac:spMkLst>
        </pc:spChg>
        <pc:picChg chg="add mod">
          <ac:chgData name="Uma Prasath" userId="S::uma.prasath-prt@alithya.com::10b5dc1d-bcdf-406c-b6a0-e384053d82c0" providerId="AD" clId="Web-{4026A5A8-8132-A89E-C17E-06734910263A}" dt="2023-02-16T17:34:58.495" v="2" actId="1076"/>
          <ac:picMkLst>
            <pc:docMk/>
            <pc:sldMk cId="0" sldId="258"/>
            <ac:picMk id="2" creationId="{E0359601-BB2B-434D-8226-A3604B7E688C}"/>
          </ac:picMkLst>
        </pc:picChg>
      </pc:sldChg>
      <pc:sldChg chg="addSp delSp modSp">
        <pc:chgData name="Uma Prasath" userId="S::uma.prasath-prt@alithya.com::10b5dc1d-bcdf-406c-b6a0-e384053d82c0" providerId="AD" clId="Web-{4026A5A8-8132-A89E-C17E-06734910263A}" dt="2023-02-16T17:47:10.599" v="168" actId="1076"/>
        <pc:sldMkLst>
          <pc:docMk/>
          <pc:sldMk cId="0" sldId="259"/>
        </pc:sldMkLst>
        <pc:picChg chg="add mod">
          <ac:chgData name="Uma Prasath" userId="S::uma.prasath-prt@alithya.com::10b5dc1d-bcdf-406c-b6a0-e384053d82c0" providerId="AD" clId="Web-{4026A5A8-8132-A89E-C17E-06734910263A}" dt="2023-02-16T17:47:10.599" v="168" actId="1076"/>
          <ac:picMkLst>
            <pc:docMk/>
            <pc:sldMk cId="0" sldId="259"/>
            <ac:picMk id="2" creationId="{F9F80700-970E-44D3-5EEA-719B5A2B0517}"/>
          </ac:picMkLst>
        </pc:picChg>
        <pc:picChg chg="del">
          <ac:chgData name="Uma Prasath" userId="S::uma.prasath-prt@alithya.com::10b5dc1d-bcdf-406c-b6a0-e384053d82c0" providerId="AD" clId="Web-{4026A5A8-8132-A89E-C17E-06734910263A}" dt="2023-02-16T17:47:01.817" v="166"/>
          <ac:picMkLst>
            <pc:docMk/>
            <pc:sldMk cId="0" sldId="259"/>
            <ac:picMk id="7" creationId="{00000000-0000-0000-0000-000000000000}"/>
          </ac:picMkLst>
        </pc:picChg>
      </pc:sldChg>
      <pc:sldChg chg="addSp delSp modSp">
        <pc:chgData name="Uma Prasath" userId="S::uma.prasath-prt@alithya.com::10b5dc1d-bcdf-406c-b6a0-e384053d82c0" providerId="AD" clId="Web-{4026A5A8-8132-A89E-C17E-06734910263A}" dt="2023-02-16T17:46:54.457" v="165" actId="1076"/>
        <pc:sldMkLst>
          <pc:docMk/>
          <pc:sldMk cId="0" sldId="260"/>
        </pc:sldMkLst>
        <pc:picChg chg="add del mod">
          <ac:chgData name="Uma Prasath" userId="S::uma.prasath-prt@alithya.com::10b5dc1d-bcdf-406c-b6a0-e384053d82c0" providerId="AD" clId="Web-{4026A5A8-8132-A89E-C17E-06734910263A}" dt="2023-02-16T17:46:37.472" v="161"/>
          <ac:picMkLst>
            <pc:docMk/>
            <pc:sldMk cId="0" sldId="260"/>
            <ac:picMk id="2" creationId="{BCB55E9F-FC50-17DF-5115-A2A0C4852B22}"/>
          </ac:picMkLst>
        </pc:picChg>
        <pc:picChg chg="add mod">
          <ac:chgData name="Uma Prasath" userId="S::uma.prasath-prt@alithya.com::10b5dc1d-bcdf-406c-b6a0-e384053d82c0" providerId="AD" clId="Web-{4026A5A8-8132-A89E-C17E-06734910263A}" dt="2023-02-16T17:46:54.457" v="165" actId="1076"/>
          <ac:picMkLst>
            <pc:docMk/>
            <pc:sldMk cId="0" sldId="260"/>
            <ac:picMk id="3" creationId="{53E32EB8-B8FF-FDFD-7525-0B674EC6A01E}"/>
          </ac:picMkLst>
        </pc:picChg>
        <pc:picChg chg="add del">
          <ac:chgData name="Uma Prasath" userId="S::uma.prasath-prt@alithya.com::10b5dc1d-bcdf-406c-b6a0-e384053d82c0" providerId="AD" clId="Web-{4026A5A8-8132-A89E-C17E-06734910263A}" dt="2023-02-16T17:46:47.020" v="163"/>
          <ac:picMkLst>
            <pc:docMk/>
            <pc:sldMk cId="0" sldId="260"/>
            <ac:picMk id="7" creationId="{00000000-0000-0000-0000-000000000000}"/>
          </ac:picMkLst>
        </pc:picChg>
      </pc:sldChg>
      <pc:sldChg chg="del">
        <pc:chgData name="Uma Prasath" userId="S::uma.prasath-prt@alithya.com::10b5dc1d-bcdf-406c-b6a0-e384053d82c0" providerId="AD" clId="Web-{4026A5A8-8132-A89E-C17E-06734910263A}" dt="2023-02-16T17:36:45.937" v="13"/>
        <pc:sldMkLst>
          <pc:docMk/>
          <pc:sldMk cId="0" sldId="261"/>
        </pc:sldMkLst>
      </pc:sldChg>
      <pc:sldChg chg="modSp">
        <pc:chgData name="Uma Prasath" userId="S::uma.prasath-prt@alithya.com::10b5dc1d-bcdf-406c-b6a0-e384053d82c0" providerId="AD" clId="Web-{4026A5A8-8132-A89E-C17E-06734910263A}" dt="2023-02-16T17:45:47.111" v="156"/>
        <pc:sldMkLst>
          <pc:docMk/>
          <pc:sldMk cId="0" sldId="262"/>
        </pc:sldMkLst>
        <pc:graphicFrameChg chg="mod modGraphic">
          <ac:chgData name="Uma Prasath" userId="S::uma.prasath-prt@alithya.com::10b5dc1d-bcdf-406c-b6a0-e384053d82c0" providerId="AD" clId="Web-{4026A5A8-8132-A89E-C17E-06734910263A}" dt="2023-02-16T17:45:47.111" v="156"/>
          <ac:graphicFrameMkLst>
            <pc:docMk/>
            <pc:sldMk cId="0" sldId="262"/>
            <ac:graphicFrameMk id="151" creationId="{00000000-0000-0000-0000-000000000000}"/>
          </ac:graphicFrameMkLst>
        </pc:graphicFrameChg>
      </pc:sldChg>
    </pc:docChg>
  </pc:docChgLst>
  <pc:docChgLst>
    <pc:chgData name="Vinitha Dhanasekar" userId="S::vinitha.dhanasekar-prt@alithya.com::1d54ff5d-e0da-4f09-a39b-8822356a7a58" providerId="AD" clId="Web-{E3F8BCFE-4FCB-4627-ADFE-1A3D8FDA139D}"/>
    <pc:docChg chg="addSld modSld">
      <pc:chgData name="Vinitha Dhanasekar" userId="S::vinitha.dhanasekar-prt@alithya.com::1d54ff5d-e0da-4f09-a39b-8822356a7a58" providerId="AD" clId="Web-{E3F8BCFE-4FCB-4627-ADFE-1A3D8FDA139D}" dt="2023-02-16T18:34:00.534" v="3"/>
      <pc:docMkLst>
        <pc:docMk/>
      </pc:docMkLst>
      <pc:sldChg chg="addSp delSp modSp new">
        <pc:chgData name="Vinitha Dhanasekar" userId="S::vinitha.dhanasekar-prt@alithya.com::1d54ff5d-e0da-4f09-a39b-8822356a7a58" providerId="AD" clId="Web-{E3F8BCFE-4FCB-4627-ADFE-1A3D8FDA139D}" dt="2023-02-16T18:34:00.534" v="3"/>
        <pc:sldMkLst>
          <pc:docMk/>
          <pc:sldMk cId="2020207214" sldId="295"/>
        </pc:sldMkLst>
        <pc:picChg chg="add del mod">
          <ac:chgData name="Vinitha Dhanasekar" userId="S::vinitha.dhanasekar-prt@alithya.com::1d54ff5d-e0da-4f09-a39b-8822356a7a58" providerId="AD" clId="Web-{E3F8BCFE-4FCB-4627-ADFE-1A3D8FDA139D}" dt="2023-02-16T18:34:00.534" v="3"/>
          <ac:picMkLst>
            <pc:docMk/>
            <pc:sldMk cId="2020207214" sldId="295"/>
            <ac:picMk id="2" creationId="{943B80F1-1CB7-F029-38DA-643EB8C4754C}"/>
          </ac:picMkLst>
        </pc:picChg>
      </pc:sldChg>
    </pc:docChg>
  </pc:docChgLst>
  <pc:docChgLst>
    <pc:chgData name="Ponnusamy Somasundaram" userId="S::psomasundaram_delta.org#ext#@edgewater.onmicrosoft.com::5b158536-99f7-4913-ae5f-dd1f2d052e43" providerId="AD" clId="Web-{5FEE533E-ABA6-0311-0563-5BBE6E715DD4}"/>
    <pc:docChg chg="modSld">
      <pc:chgData name="Ponnusamy Somasundaram" userId="S::psomasundaram_delta.org#ext#@edgewater.onmicrosoft.com::5b158536-99f7-4913-ae5f-dd1f2d052e43" providerId="AD" clId="Web-{5FEE533E-ABA6-0311-0563-5BBE6E715DD4}" dt="2023-02-16T23:56:56.083" v="36" actId="1076"/>
      <pc:docMkLst>
        <pc:docMk/>
      </pc:docMkLst>
      <pc:sldChg chg="modSp">
        <pc:chgData name="Ponnusamy Somasundaram" userId="S::psomasundaram_delta.org#ext#@edgewater.onmicrosoft.com::5b158536-99f7-4913-ae5f-dd1f2d052e43" providerId="AD" clId="Web-{5FEE533E-ABA6-0311-0563-5BBE6E715DD4}" dt="2023-02-16T23:56:56.083" v="36" actId="1076"/>
        <pc:sldMkLst>
          <pc:docMk/>
          <pc:sldMk cId="0" sldId="258"/>
        </pc:sldMkLst>
        <pc:picChg chg="mod">
          <ac:chgData name="Ponnusamy Somasundaram" userId="S::psomasundaram_delta.org#ext#@edgewater.onmicrosoft.com::5b158536-99f7-4913-ae5f-dd1f2d052e43" providerId="AD" clId="Web-{5FEE533E-ABA6-0311-0563-5BBE6E715DD4}" dt="2023-02-16T23:56:56.083" v="36" actId="1076"/>
          <ac:picMkLst>
            <pc:docMk/>
            <pc:sldMk cId="0" sldId="258"/>
            <ac:picMk id="5" creationId="{F1085EBC-5A91-40A2-205F-7EEC9776AD6E}"/>
          </ac:picMkLst>
        </pc:picChg>
        <pc:picChg chg="mod">
          <ac:chgData name="Ponnusamy Somasundaram" userId="S::psomasundaram_delta.org#ext#@edgewater.onmicrosoft.com::5b158536-99f7-4913-ae5f-dd1f2d052e43" providerId="AD" clId="Web-{5FEE533E-ABA6-0311-0563-5BBE6E715DD4}" dt="2023-02-16T23:34:40.458" v="13" actId="1076"/>
          <ac:picMkLst>
            <pc:docMk/>
            <pc:sldMk cId="0" sldId="258"/>
            <ac:picMk id="6" creationId="{5F2DDF3A-821E-C26D-BBCA-BA75D161A821}"/>
          </ac:picMkLst>
        </pc:picChg>
      </pc:sldChg>
    </pc:docChg>
  </pc:docChgLst>
  <pc:docChgLst>
    <pc:chgData name="Uma Prasath" userId="S::uma.prasath-prt@alithya.com::10b5dc1d-bcdf-406c-b6a0-e384053d82c0" providerId="AD" clId="Web-{C807FB8F-8983-4796-99D8-0D68321F7AE6}"/>
    <pc:docChg chg="modSld">
      <pc:chgData name="Uma Prasath" userId="S::uma.prasath-prt@alithya.com::10b5dc1d-bcdf-406c-b6a0-e384053d82c0" providerId="AD" clId="Web-{C807FB8F-8983-4796-99D8-0D68321F7AE6}" dt="2023-02-15T19:47:47.837" v="0" actId="1076"/>
      <pc:docMkLst>
        <pc:docMk/>
      </pc:docMkLst>
      <pc:sldChg chg="modSp">
        <pc:chgData name="Uma Prasath" userId="S::uma.prasath-prt@alithya.com::10b5dc1d-bcdf-406c-b6a0-e384053d82c0" providerId="AD" clId="Web-{C807FB8F-8983-4796-99D8-0D68321F7AE6}" dt="2023-02-15T19:47:47.837" v="0" actId="1076"/>
        <pc:sldMkLst>
          <pc:docMk/>
          <pc:sldMk cId="0" sldId="258"/>
        </pc:sldMkLst>
        <pc:picChg chg="mod">
          <ac:chgData name="Uma Prasath" userId="S::uma.prasath-prt@alithya.com::10b5dc1d-bcdf-406c-b6a0-e384053d82c0" providerId="AD" clId="Web-{C807FB8F-8983-4796-99D8-0D68321F7AE6}" dt="2023-02-15T19:47:47.837" v="0" actId="1076"/>
          <ac:picMkLst>
            <pc:docMk/>
            <pc:sldMk cId="0" sldId="258"/>
            <ac:picMk id="132" creationId="{00000000-0000-0000-0000-000000000000}"/>
          </ac:picMkLst>
        </pc:picChg>
      </pc:sldChg>
    </pc:docChg>
  </pc:docChgLst>
  <pc:docChgLst>
    <pc:chgData name="Shobha Nadagatti" userId="S::shobha.nadagatti-prt@alithya.com::7771456e-0749-42a9-b9e1-058a6f30edad" providerId="AD" clId="Web-{F9091FEC-7B2E-4CB3-B34C-7483D9804281}"/>
    <pc:docChg chg="modSld">
      <pc:chgData name="Shobha Nadagatti" userId="S::shobha.nadagatti-prt@alithya.com::7771456e-0749-42a9-b9e1-058a6f30edad" providerId="AD" clId="Web-{F9091FEC-7B2E-4CB3-B34C-7483D9804281}" dt="2023-02-16T20:45:38.849" v="10"/>
      <pc:docMkLst>
        <pc:docMk/>
      </pc:docMkLst>
      <pc:sldChg chg="modSp">
        <pc:chgData name="Shobha Nadagatti" userId="S::shobha.nadagatti-prt@alithya.com::7771456e-0749-42a9-b9e1-058a6f30edad" providerId="AD" clId="Web-{F9091FEC-7B2E-4CB3-B34C-7483D9804281}" dt="2023-02-16T20:45:38.849" v="10"/>
        <pc:sldMkLst>
          <pc:docMk/>
          <pc:sldMk cId="1629636643" sldId="296"/>
        </pc:sldMkLst>
        <pc:spChg chg="mod">
          <ac:chgData name="Shobha Nadagatti" userId="S::shobha.nadagatti-prt@alithya.com::7771456e-0749-42a9-b9e1-058a6f30edad" providerId="AD" clId="Web-{F9091FEC-7B2E-4CB3-B34C-7483D9804281}" dt="2023-02-16T20:33:33.688" v="0" actId="1076"/>
          <ac:spMkLst>
            <pc:docMk/>
            <pc:sldMk cId="1629636643" sldId="296"/>
            <ac:spMk id="26" creationId="{92544DB8-7562-751F-7E07-F655DFB59AB4}"/>
          </ac:spMkLst>
        </pc:spChg>
        <pc:spChg chg="mod">
          <ac:chgData name="Shobha Nadagatti" userId="S::shobha.nadagatti-prt@alithya.com::7771456e-0749-42a9-b9e1-058a6f30edad" providerId="AD" clId="Web-{F9091FEC-7B2E-4CB3-B34C-7483D9804281}" dt="2023-02-16T20:35:10.893" v="2" actId="1076"/>
          <ac:spMkLst>
            <pc:docMk/>
            <pc:sldMk cId="1629636643" sldId="296"/>
            <ac:spMk id="261" creationId="{00000000-0000-0000-0000-000000000000}"/>
          </ac:spMkLst>
        </pc:spChg>
        <pc:spChg chg="mod">
          <ac:chgData name="Shobha Nadagatti" userId="S::shobha.nadagatti-prt@alithya.com::7771456e-0749-42a9-b9e1-058a6f30edad" providerId="AD" clId="Web-{F9091FEC-7B2E-4CB3-B34C-7483D9804281}" dt="2023-02-16T20:45:06.426" v="7" actId="1076"/>
          <ac:spMkLst>
            <pc:docMk/>
            <pc:sldMk cId="1629636643" sldId="296"/>
            <ac:spMk id="381" creationId="{00000000-0000-0000-0000-000000000000}"/>
          </ac:spMkLst>
        </pc:spChg>
        <pc:grpChg chg="mod">
          <ac:chgData name="Shobha Nadagatti" userId="S::shobha.nadagatti-prt@alithya.com::7771456e-0749-42a9-b9e1-058a6f30edad" providerId="AD" clId="Web-{F9091FEC-7B2E-4CB3-B34C-7483D9804281}" dt="2023-02-16T20:35:19.941" v="3" actId="1076"/>
          <ac:grpSpMkLst>
            <pc:docMk/>
            <pc:sldMk cId="1629636643" sldId="296"/>
            <ac:grpSpMk id="286" creationId="{00000000-0000-0000-0000-000000000000}"/>
          </ac:grpSpMkLst>
        </pc:grpChg>
        <pc:grpChg chg="mod">
          <ac:chgData name="Shobha Nadagatti" userId="S::shobha.nadagatti-prt@alithya.com::7771456e-0749-42a9-b9e1-058a6f30edad" providerId="AD" clId="Web-{F9091FEC-7B2E-4CB3-B34C-7483D9804281}" dt="2023-02-16T20:45:13.504" v="8" actId="1076"/>
          <ac:grpSpMkLst>
            <pc:docMk/>
            <pc:sldMk cId="1629636643" sldId="296"/>
            <ac:grpSpMk id="334" creationId="{00000000-0000-0000-0000-000000000000}"/>
          </ac:grpSpMkLst>
        </pc:grpChg>
        <pc:cxnChg chg="mod">
          <ac:chgData name="Shobha Nadagatti" userId="S::shobha.nadagatti-prt@alithya.com::7771456e-0749-42a9-b9e1-058a6f30edad" providerId="AD" clId="Web-{F9091FEC-7B2E-4CB3-B34C-7483D9804281}" dt="2023-02-16T20:44:50.754" v="6"/>
          <ac:cxnSpMkLst>
            <pc:docMk/>
            <pc:sldMk cId="1629636643" sldId="296"/>
            <ac:cxnSpMk id="22" creationId="{86005AE0-387B-93B1-F667-81CF588ACCD2}"/>
          </ac:cxnSpMkLst>
        </pc:cxnChg>
        <pc:cxnChg chg="mod">
          <ac:chgData name="Shobha Nadagatti" userId="S::shobha.nadagatti-prt@alithya.com::7771456e-0749-42a9-b9e1-058a6f30edad" providerId="AD" clId="Web-{F9091FEC-7B2E-4CB3-B34C-7483D9804281}" dt="2023-02-16T20:45:38.849" v="10"/>
          <ac:cxnSpMkLst>
            <pc:docMk/>
            <pc:sldMk cId="1629636643" sldId="296"/>
            <ac:cxnSpMk id="23" creationId="{02C43A3A-330A-8B5E-0784-143F98C91192}"/>
          </ac:cxnSpMkLst>
        </pc:cxnChg>
      </pc:sldChg>
    </pc:docChg>
  </pc:docChgLst>
  <pc:docChgLst>
    <pc:chgData name="Karthiga Kari" userId="S::karthiga.kari-prt@alithya.com::4c093f53-ac1b-4ed6-bda0-a86aced2a8aa" providerId="AD" clId="Web-{6CE680FD-24F6-4519-9608-96A36B628DD1}"/>
    <pc:docChg chg="modSld">
      <pc:chgData name="Karthiga Kari" userId="S::karthiga.kari-prt@alithya.com::4c093f53-ac1b-4ed6-bda0-a86aced2a8aa" providerId="AD" clId="Web-{6CE680FD-24F6-4519-9608-96A36B628DD1}" dt="2023-02-16T16:39:12.228" v="29" actId="14100"/>
      <pc:docMkLst>
        <pc:docMk/>
      </pc:docMkLst>
      <pc:sldChg chg="addSp delSp modSp">
        <pc:chgData name="Karthiga Kari" userId="S::karthiga.kari-prt@alithya.com::4c093f53-ac1b-4ed6-bda0-a86aced2a8aa" providerId="AD" clId="Web-{6CE680FD-24F6-4519-9608-96A36B628DD1}" dt="2023-02-16T16:39:12.228" v="29" actId="14100"/>
        <pc:sldMkLst>
          <pc:docMk/>
          <pc:sldMk cId="0" sldId="258"/>
        </pc:sldMkLst>
        <pc:spChg chg="mod">
          <ac:chgData name="Karthiga Kari" userId="S::karthiga.kari-prt@alithya.com::4c093f53-ac1b-4ed6-bda0-a86aced2a8aa" providerId="AD" clId="Web-{6CE680FD-24F6-4519-9608-96A36B628DD1}" dt="2023-02-16T16:39:04.899" v="27" actId="14100"/>
          <ac:spMkLst>
            <pc:docMk/>
            <pc:sldMk cId="0" sldId="258"/>
            <ac:spMk id="129" creationId="{00000000-0000-0000-0000-000000000000}"/>
          </ac:spMkLst>
        </pc:spChg>
        <pc:spChg chg="mod">
          <ac:chgData name="Karthiga Kari" userId="S::karthiga.kari-prt@alithya.com::4c093f53-ac1b-4ed6-bda0-a86aced2a8aa" providerId="AD" clId="Web-{6CE680FD-24F6-4519-9608-96A36B628DD1}" dt="2023-02-16T16:39:08.415" v="28" actId="1076"/>
          <ac:spMkLst>
            <pc:docMk/>
            <pc:sldMk cId="0" sldId="258"/>
            <ac:spMk id="130" creationId="{00000000-0000-0000-0000-000000000000}"/>
          </ac:spMkLst>
        </pc:spChg>
        <pc:picChg chg="add del mod">
          <ac:chgData name="Karthiga Kari" userId="S::karthiga.kari-prt@alithya.com::4c093f53-ac1b-4ed6-bda0-a86aced2a8aa" providerId="AD" clId="Web-{6CE680FD-24F6-4519-9608-96A36B628DD1}" dt="2023-02-16T16:36:44.879" v="9"/>
          <ac:picMkLst>
            <pc:docMk/>
            <pc:sldMk cId="0" sldId="258"/>
            <ac:picMk id="2" creationId="{EE6E58FD-C9B5-CB0B-7A93-DD84C7467435}"/>
          </ac:picMkLst>
        </pc:picChg>
        <pc:picChg chg="add mod">
          <ac:chgData name="Karthiga Kari" userId="S::karthiga.kari-prt@alithya.com::4c093f53-ac1b-4ed6-bda0-a86aced2a8aa" providerId="AD" clId="Web-{6CE680FD-24F6-4519-9608-96A36B628DD1}" dt="2023-02-16T16:39:12.228" v="29" actId="14100"/>
          <ac:picMkLst>
            <pc:docMk/>
            <pc:sldMk cId="0" sldId="258"/>
            <ac:picMk id="3" creationId="{80FC7FD2-EFE0-D95E-E511-D001AAE0F7A8}"/>
          </ac:picMkLst>
        </pc:picChg>
        <pc:picChg chg="mod">
          <ac:chgData name="Karthiga Kari" userId="S::karthiga.kari-prt@alithya.com::4c093f53-ac1b-4ed6-bda0-a86aced2a8aa" providerId="AD" clId="Web-{6CE680FD-24F6-4519-9608-96A36B628DD1}" dt="2023-02-16T16:38:47.211" v="21" actId="1076"/>
          <ac:picMkLst>
            <pc:docMk/>
            <pc:sldMk cId="0" sldId="258"/>
            <ac:picMk id="131" creationId="{00000000-0000-0000-0000-000000000000}"/>
          </ac:picMkLst>
        </pc:picChg>
      </pc:sldChg>
    </pc:docChg>
  </pc:docChgLst>
  <pc:docChgLst>
    <pc:chgData name="Vinitha Dhanasekar" userId="S::vinitha.dhanasekar-prt@alithya.com::1d54ff5d-e0da-4f09-a39b-8822356a7a58" providerId="AD" clId="Web-{767CE470-3525-4CDA-A038-547D0A343F6D}"/>
    <pc:docChg chg="modSld">
      <pc:chgData name="Vinitha Dhanasekar" userId="S::vinitha.dhanasekar-prt@alithya.com::1d54ff5d-e0da-4f09-a39b-8822356a7a58" providerId="AD" clId="Web-{767CE470-3525-4CDA-A038-547D0A343F6D}" dt="2023-02-16T20:42:27.820" v="27" actId="20577"/>
      <pc:docMkLst>
        <pc:docMk/>
      </pc:docMkLst>
      <pc:sldChg chg="addSp delSp modSp mod modShow">
        <pc:chgData name="Vinitha Dhanasekar" userId="S::vinitha.dhanasekar-prt@alithya.com::1d54ff5d-e0da-4f09-a39b-8822356a7a58" providerId="AD" clId="Web-{767CE470-3525-4CDA-A038-547D0A343F6D}" dt="2023-02-16T20:42:27.820" v="27" actId="20577"/>
        <pc:sldMkLst>
          <pc:docMk/>
          <pc:sldMk cId="1629636643" sldId="296"/>
        </pc:sldMkLst>
        <pc:spChg chg="del mod">
          <ac:chgData name="Vinitha Dhanasekar" userId="S::vinitha.dhanasekar-prt@alithya.com::1d54ff5d-e0da-4f09-a39b-8822356a7a58" providerId="AD" clId="Web-{767CE470-3525-4CDA-A038-547D0A343F6D}" dt="2023-02-16T20:37:50.748" v="8"/>
          <ac:spMkLst>
            <pc:docMk/>
            <pc:sldMk cId="1629636643" sldId="296"/>
            <ac:spMk id="26" creationId="{92544DB8-7562-751F-7E07-F655DFB59AB4}"/>
          </ac:spMkLst>
        </pc:spChg>
        <pc:spChg chg="mod">
          <ac:chgData name="Vinitha Dhanasekar" userId="S::vinitha.dhanasekar-prt@alithya.com::1d54ff5d-e0da-4f09-a39b-8822356a7a58" providerId="AD" clId="Web-{767CE470-3525-4CDA-A038-547D0A343F6D}" dt="2023-02-16T20:42:27.820" v="27" actId="20577"/>
          <ac:spMkLst>
            <pc:docMk/>
            <pc:sldMk cId="1629636643" sldId="296"/>
            <ac:spMk id="330" creationId="{00000000-0000-0000-0000-000000000000}"/>
          </ac:spMkLst>
        </pc:spChg>
        <pc:spChg chg="mod">
          <ac:chgData name="Vinitha Dhanasekar" userId="S::vinitha.dhanasekar-prt@alithya.com::1d54ff5d-e0da-4f09-a39b-8822356a7a58" providerId="AD" clId="Web-{767CE470-3525-4CDA-A038-547D0A343F6D}" dt="2023-02-16T20:41:12.833" v="18"/>
          <ac:spMkLst>
            <pc:docMk/>
            <pc:sldMk cId="1629636643" sldId="296"/>
            <ac:spMk id="381" creationId="{00000000-0000-0000-0000-000000000000}"/>
          </ac:spMkLst>
        </pc:spChg>
        <pc:grpChg chg="mod">
          <ac:chgData name="Vinitha Dhanasekar" userId="S::vinitha.dhanasekar-prt@alithya.com::1d54ff5d-e0da-4f09-a39b-8822356a7a58" providerId="AD" clId="Web-{767CE470-3525-4CDA-A038-547D0A343F6D}" dt="2023-02-16T20:36:46.574" v="3" actId="1076"/>
          <ac:grpSpMkLst>
            <pc:docMk/>
            <pc:sldMk cId="1629636643" sldId="296"/>
            <ac:grpSpMk id="14" creationId="{A38D7A82-8391-CAF8-DCF8-0BF3B78A7359}"/>
          </ac:grpSpMkLst>
        </pc:grpChg>
        <pc:grpChg chg="mod">
          <ac:chgData name="Vinitha Dhanasekar" userId="S::vinitha.dhanasekar-prt@alithya.com::1d54ff5d-e0da-4f09-a39b-8822356a7a58" providerId="AD" clId="Web-{767CE470-3525-4CDA-A038-547D0A343F6D}" dt="2023-02-16T20:42:12.960" v="25" actId="1076"/>
          <ac:grpSpMkLst>
            <pc:docMk/>
            <pc:sldMk cId="1629636643" sldId="296"/>
            <ac:grpSpMk id="331" creationId="{00000000-0000-0000-0000-000000000000}"/>
          </ac:grpSpMkLst>
        </pc:grpChg>
        <pc:cxnChg chg="add mod">
          <ac:chgData name="Vinitha Dhanasekar" userId="S::vinitha.dhanasekar-prt@alithya.com::1d54ff5d-e0da-4f09-a39b-8822356a7a58" providerId="AD" clId="Web-{767CE470-3525-4CDA-A038-547D0A343F6D}" dt="2023-02-16T20:41:00.661" v="17"/>
          <ac:cxnSpMkLst>
            <pc:docMk/>
            <pc:sldMk cId="1629636643" sldId="296"/>
            <ac:cxnSpMk id="22" creationId="{86005AE0-387B-93B1-F667-81CF588ACCD2}"/>
          </ac:cxnSpMkLst>
        </pc:cxnChg>
        <pc:cxnChg chg="add mod">
          <ac:chgData name="Vinitha Dhanasekar" userId="S::vinitha.dhanasekar-prt@alithya.com::1d54ff5d-e0da-4f09-a39b-8822356a7a58" providerId="AD" clId="Web-{767CE470-3525-4CDA-A038-547D0A343F6D}" dt="2023-02-16T20:41:46.834" v="24" actId="14100"/>
          <ac:cxnSpMkLst>
            <pc:docMk/>
            <pc:sldMk cId="1629636643" sldId="296"/>
            <ac:cxnSpMk id="23" creationId="{02C43A3A-330A-8B5E-0784-143F98C91192}"/>
          </ac:cxnSpMkLst>
        </pc:cxnChg>
      </pc:sldChg>
    </pc:docChg>
  </pc:docChgLst>
  <pc:docChgLst>
    <pc:chgData name="Vivek Srinivasan" userId="97bf6056-4f3d-4a10-acd8-564e79fd3a49" providerId="ADAL" clId="{0C6157DA-329C-D340-BFDC-EA6DE1F3A43B}"/>
    <pc:docChg chg="modSld">
      <pc:chgData name="Vivek Srinivasan" userId="97bf6056-4f3d-4a10-acd8-564e79fd3a49" providerId="ADAL" clId="{0C6157DA-329C-D340-BFDC-EA6DE1F3A43B}" dt="2023-02-20T17:46:25.619" v="274" actId="14734"/>
      <pc:docMkLst>
        <pc:docMk/>
      </pc:docMkLst>
      <pc:sldChg chg="modSp mod">
        <pc:chgData name="Vivek Srinivasan" userId="97bf6056-4f3d-4a10-acd8-564e79fd3a49" providerId="ADAL" clId="{0C6157DA-329C-D340-BFDC-EA6DE1F3A43B}" dt="2023-02-20T17:44:49.566" v="66" actId="1076"/>
        <pc:sldMkLst>
          <pc:docMk/>
          <pc:sldMk cId="1433515962" sldId="301"/>
        </pc:sldMkLst>
        <pc:spChg chg="mod">
          <ac:chgData name="Vivek Srinivasan" userId="97bf6056-4f3d-4a10-acd8-564e79fd3a49" providerId="ADAL" clId="{0C6157DA-329C-D340-BFDC-EA6DE1F3A43B}" dt="2023-02-20T17:44:49.566" v="66" actId="1076"/>
          <ac:spMkLst>
            <pc:docMk/>
            <pc:sldMk cId="1433515962" sldId="301"/>
            <ac:spMk id="2" creationId="{9DE1CAFB-6EBF-EE80-8918-B5FA502F94B9}"/>
          </ac:spMkLst>
        </pc:spChg>
      </pc:sldChg>
      <pc:sldChg chg="modSp mod">
        <pc:chgData name="Vivek Srinivasan" userId="97bf6056-4f3d-4a10-acd8-564e79fd3a49" providerId="ADAL" clId="{0C6157DA-329C-D340-BFDC-EA6DE1F3A43B}" dt="2023-02-20T17:46:25.619" v="274" actId="14734"/>
        <pc:sldMkLst>
          <pc:docMk/>
          <pc:sldMk cId="2937452749" sldId="303"/>
        </pc:sldMkLst>
        <pc:graphicFrameChg chg="mod modGraphic">
          <ac:chgData name="Vivek Srinivasan" userId="97bf6056-4f3d-4a10-acd8-564e79fd3a49" providerId="ADAL" clId="{0C6157DA-329C-D340-BFDC-EA6DE1F3A43B}" dt="2023-02-20T17:46:25.619" v="274" actId="14734"/>
          <ac:graphicFrameMkLst>
            <pc:docMk/>
            <pc:sldMk cId="2937452749" sldId="303"/>
            <ac:graphicFrameMk id="2" creationId="{495D6E7B-34E0-3EDA-54B1-56B869A72E41}"/>
          </ac:graphicFrameMkLst>
        </pc:graphicFrameChg>
      </pc:sldChg>
    </pc:docChg>
  </pc:docChgLst>
  <pc:docChgLst>
    <pc:chgData name="Uma Prasath" userId="S::uma.prasath-prt@alithya.com::10b5dc1d-bcdf-406c-b6a0-e384053d82c0" providerId="AD" clId="Web-{F9E33575-399C-2A92-798A-D8B4782EED27}"/>
    <pc:docChg chg="modSld">
      <pc:chgData name="Uma Prasath" userId="S::uma.prasath-prt@alithya.com::10b5dc1d-bcdf-406c-b6a0-e384053d82c0" providerId="AD" clId="Web-{F9E33575-399C-2A92-798A-D8B4782EED27}" dt="2023-03-03T17:17:36.114" v="227"/>
      <pc:docMkLst>
        <pc:docMk/>
      </pc:docMkLst>
      <pc:sldChg chg="modSp">
        <pc:chgData name="Uma Prasath" userId="S::uma.prasath-prt@alithya.com::10b5dc1d-bcdf-406c-b6a0-e384053d82c0" providerId="AD" clId="Web-{F9E33575-399C-2A92-798A-D8B4782EED27}" dt="2023-03-03T17:17:36.114" v="227"/>
        <pc:sldMkLst>
          <pc:docMk/>
          <pc:sldMk cId="2937452749" sldId="303"/>
        </pc:sldMkLst>
        <pc:graphicFrameChg chg="mod modGraphic">
          <ac:chgData name="Uma Prasath" userId="S::uma.prasath-prt@alithya.com::10b5dc1d-bcdf-406c-b6a0-e384053d82c0" providerId="AD" clId="Web-{F9E33575-399C-2A92-798A-D8B4782EED27}" dt="2023-03-03T17:17:36.114" v="227"/>
          <ac:graphicFrameMkLst>
            <pc:docMk/>
            <pc:sldMk cId="2937452749" sldId="303"/>
            <ac:graphicFrameMk id="2" creationId="{495D6E7B-34E0-3EDA-54B1-56B869A72E41}"/>
          </ac:graphicFrameMkLst>
        </pc:graphicFrameChg>
      </pc:sldChg>
    </pc:docChg>
  </pc:docChgLst>
  <pc:docChgLst>
    <pc:chgData name="Venkata Kalagotla" userId="S::vkalagotla_delta.org#ext#@edgewater.onmicrosoft.com::dea9bf22-d3c9-4000-91f0-994651436a5c" providerId="AD" clId="Web-{83D3DC76-8CDD-D526-E406-62B74DD8F014}"/>
    <pc:docChg chg="modSld">
      <pc:chgData name="Venkata Kalagotla" userId="S::vkalagotla_delta.org#ext#@edgewater.onmicrosoft.com::dea9bf22-d3c9-4000-91f0-994651436a5c" providerId="AD" clId="Web-{83D3DC76-8CDD-D526-E406-62B74DD8F014}" dt="2023-02-23T17:05:02.942" v="21"/>
      <pc:docMkLst>
        <pc:docMk/>
      </pc:docMkLst>
      <pc:sldChg chg="modSp">
        <pc:chgData name="Venkata Kalagotla" userId="S::vkalagotla_delta.org#ext#@edgewater.onmicrosoft.com::dea9bf22-d3c9-4000-91f0-994651436a5c" providerId="AD" clId="Web-{83D3DC76-8CDD-D526-E406-62B74DD8F014}" dt="2023-02-23T17:05:02.942" v="21"/>
        <pc:sldMkLst>
          <pc:docMk/>
          <pc:sldMk cId="2937452749" sldId="303"/>
        </pc:sldMkLst>
        <pc:graphicFrameChg chg="mod modGraphic">
          <ac:chgData name="Venkata Kalagotla" userId="S::vkalagotla_delta.org#ext#@edgewater.onmicrosoft.com::dea9bf22-d3c9-4000-91f0-994651436a5c" providerId="AD" clId="Web-{83D3DC76-8CDD-D526-E406-62B74DD8F014}" dt="2023-02-23T17:05:02.942" v="21"/>
          <ac:graphicFrameMkLst>
            <pc:docMk/>
            <pc:sldMk cId="2937452749" sldId="303"/>
            <ac:graphicFrameMk id="2" creationId="{495D6E7B-34E0-3EDA-54B1-56B869A72E41}"/>
          </ac:graphicFrameMkLst>
        </pc:graphicFrameChg>
      </pc:sldChg>
    </pc:docChg>
  </pc:docChgLst>
  <pc:docChgLst>
    <pc:chgData name="Shobha Nadagatti" userId="S::shobha.nadagatti-prt@alithya.com::7771456e-0749-42a9-b9e1-058a6f30edad" providerId="AD" clId="Web-{0279F82F-02F2-4FAA-869B-130AAFF3D7FB}"/>
    <pc:docChg chg="addSld delSld modSld addMainMaster">
      <pc:chgData name="Shobha Nadagatti" userId="S::shobha.nadagatti-prt@alithya.com::7771456e-0749-42a9-b9e1-058a6f30edad" providerId="AD" clId="Web-{0279F82F-02F2-4FAA-869B-130AAFF3D7FB}" dt="2023-02-16T20:31:08.936" v="131" actId="1076"/>
      <pc:docMkLst>
        <pc:docMk/>
      </pc:docMkLst>
      <pc:sldChg chg="del">
        <pc:chgData name="Shobha Nadagatti" userId="S::shobha.nadagatti-prt@alithya.com::7771456e-0749-42a9-b9e1-058a6f30edad" providerId="AD" clId="Web-{0279F82F-02F2-4FAA-869B-130AAFF3D7FB}" dt="2023-02-16T19:38:07.301" v="2"/>
        <pc:sldMkLst>
          <pc:docMk/>
          <pc:sldMk cId="2020207214" sldId="295"/>
        </pc:sldMkLst>
      </pc:sldChg>
      <pc:sldChg chg="addSp delSp modSp add">
        <pc:chgData name="Shobha Nadagatti" userId="S::shobha.nadagatti-prt@alithya.com::7771456e-0749-42a9-b9e1-058a6f30edad" providerId="AD" clId="Web-{0279F82F-02F2-4FAA-869B-130AAFF3D7FB}" dt="2023-02-16T20:31:08.936" v="131" actId="1076"/>
        <pc:sldMkLst>
          <pc:docMk/>
          <pc:sldMk cId="1629636643" sldId="296"/>
        </pc:sldMkLst>
        <pc:spChg chg="mod">
          <ac:chgData name="Shobha Nadagatti" userId="S::shobha.nadagatti-prt@alithya.com::7771456e-0749-42a9-b9e1-058a6f30edad" providerId="AD" clId="Web-{0279F82F-02F2-4FAA-869B-130AAFF3D7FB}" dt="2023-02-16T20:17:19.103" v="113" actId="14100"/>
          <ac:spMkLst>
            <pc:docMk/>
            <pc:sldMk cId="1629636643" sldId="296"/>
            <ac:spMk id="4" creationId="{BB31F577-7A5F-D4DD-E4E6-074892B55F74}"/>
          </ac:spMkLst>
        </pc:spChg>
        <pc:spChg chg="mod">
          <ac:chgData name="Shobha Nadagatti" userId="S::shobha.nadagatti-prt@alithya.com::7771456e-0749-42a9-b9e1-058a6f30edad" providerId="AD" clId="Web-{0279F82F-02F2-4FAA-869B-130AAFF3D7FB}" dt="2023-02-16T20:08:01.990" v="82" actId="14100"/>
          <ac:spMkLst>
            <pc:docMk/>
            <pc:sldMk cId="1629636643" sldId="296"/>
            <ac:spMk id="5" creationId="{6400FBFE-B226-9478-A1A9-03B2489E609E}"/>
          </ac:spMkLst>
        </pc:spChg>
        <pc:spChg chg="mod">
          <ac:chgData name="Shobha Nadagatti" userId="S::shobha.nadagatti-prt@alithya.com::7771456e-0749-42a9-b9e1-058a6f30edad" providerId="AD" clId="Web-{0279F82F-02F2-4FAA-869B-130AAFF3D7FB}" dt="2023-02-16T20:10:29.906" v="92" actId="1076"/>
          <ac:spMkLst>
            <pc:docMk/>
            <pc:sldMk cId="1629636643" sldId="296"/>
            <ac:spMk id="7" creationId="{67B88F42-1805-3EED-8937-0481604D6E31}"/>
          </ac:spMkLst>
        </pc:spChg>
        <pc:spChg chg="mod">
          <ac:chgData name="Shobha Nadagatti" userId="S::shobha.nadagatti-prt@alithya.com::7771456e-0749-42a9-b9e1-058a6f30edad" providerId="AD" clId="Web-{0279F82F-02F2-4FAA-869B-130AAFF3D7FB}" dt="2023-02-16T20:09:02.666" v="86" actId="14100"/>
          <ac:spMkLst>
            <pc:docMk/>
            <pc:sldMk cId="1629636643" sldId="296"/>
            <ac:spMk id="10" creationId="{1B172920-1A9F-AC46-FE47-E7831B5D8E1E}"/>
          </ac:spMkLst>
        </pc:spChg>
        <pc:spChg chg="mod">
          <ac:chgData name="Shobha Nadagatti" userId="S::shobha.nadagatti-prt@alithya.com::7771456e-0749-42a9-b9e1-058a6f30edad" providerId="AD" clId="Web-{0279F82F-02F2-4FAA-869B-130AAFF3D7FB}" dt="2023-02-16T20:08:16.882" v="84" actId="14100"/>
          <ac:spMkLst>
            <pc:docMk/>
            <pc:sldMk cId="1629636643" sldId="296"/>
            <ac:spMk id="15" creationId="{E2F3B0F9-E9C5-8255-6829-A7504D652943}"/>
          </ac:spMkLst>
        </pc:spChg>
        <pc:spChg chg="mod">
          <ac:chgData name="Shobha Nadagatti" userId="S::shobha.nadagatti-prt@alithya.com::7771456e-0749-42a9-b9e1-058a6f30edad" providerId="AD" clId="Web-{0279F82F-02F2-4FAA-869B-130AAFF3D7FB}" dt="2023-02-16T20:09:19.276" v="87" actId="1076"/>
          <ac:spMkLst>
            <pc:docMk/>
            <pc:sldMk cId="1629636643" sldId="296"/>
            <ac:spMk id="16" creationId="{22683EB4-26D3-E48C-B4EA-7B696C2F7D09}"/>
          </ac:spMkLst>
        </pc:spChg>
        <pc:spChg chg="mod">
          <ac:chgData name="Shobha Nadagatti" userId="S::shobha.nadagatti-prt@alithya.com::7771456e-0749-42a9-b9e1-058a6f30edad" providerId="AD" clId="Web-{0279F82F-02F2-4FAA-869B-130AAFF3D7FB}" dt="2023-02-16T20:11:59.458" v="99" actId="14100"/>
          <ac:spMkLst>
            <pc:docMk/>
            <pc:sldMk cId="1629636643" sldId="296"/>
            <ac:spMk id="17" creationId="{E1B17EE6-6297-33DC-A3DB-35ED6E1FBF18}"/>
          </ac:spMkLst>
        </pc:spChg>
        <pc:spChg chg="mod">
          <ac:chgData name="Shobha Nadagatti" userId="S::shobha.nadagatti-prt@alithya.com::7771456e-0749-42a9-b9e1-058a6f30edad" providerId="AD" clId="Web-{0279F82F-02F2-4FAA-869B-130AAFF3D7FB}" dt="2023-02-16T19:52:00.290" v="42" actId="14100"/>
          <ac:spMkLst>
            <pc:docMk/>
            <pc:sldMk cId="1629636643" sldId="296"/>
            <ac:spMk id="20" creationId="{0B3C02A6-AC29-C4C7-49F9-29D0ED68AD85}"/>
          </ac:spMkLst>
        </pc:spChg>
        <pc:spChg chg="add mod">
          <ac:chgData name="Shobha Nadagatti" userId="S::shobha.nadagatti-prt@alithya.com::7771456e-0749-42a9-b9e1-058a6f30edad" providerId="AD" clId="Web-{0279F82F-02F2-4FAA-869B-130AAFF3D7FB}" dt="2023-02-16T20:18:17.232" v="117" actId="14100"/>
          <ac:spMkLst>
            <pc:docMk/>
            <pc:sldMk cId="1629636643" sldId="296"/>
            <ac:spMk id="21" creationId="{441AD43C-B8A4-8E9D-ED7E-25985E8FCBA6}"/>
          </ac:spMkLst>
        </pc:spChg>
        <pc:spChg chg="add">
          <ac:chgData name="Shobha Nadagatti" userId="S::shobha.nadagatti-prt@alithya.com::7771456e-0749-42a9-b9e1-058a6f30edad" providerId="AD" clId="Web-{0279F82F-02F2-4FAA-869B-130AAFF3D7FB}" dt="2023-02-16T20:30:54.247" v="130"/>
          <ac:spMkLst>
            <pc:docMk/>
            <pc:sldMk cId="1629636643" sldId="296"/>
            <ac:spMk id="26" creationId="{92544DB8-7562-751F-7E07-F655DFB59AB4}"/>
          </ac:spMkLst>
        </pc:spChg>
        <pc:spChg chg="mod">
          <ac:chgData name="Shobha Nadagatti" userId="S::shobha.nadagatti-prt@alithya.com::7771456e-0749-42a9-b9e1-058a6f30edad" providerId="AD" clId="Web-{0279F82F-02F2-4FAA-869B-130AAFF3D7FB}" dt="2023-02-16T20:19:26.267" v="118" actId="1076"/>
          <ac:spMkLst>
            <pc:docMk/>
            <pc:sldMk cId="1629636643" sldId="296"/>
            <ac:spMk id="281" creationId="{00000000-0000-0000-0000-000000000000}"/>
          </ac:spMkLst>
        </pc:spChg>
        <pc:spChg chg="mod">
          <ac:chgData name="Shobha Nadagatti" userId="S::shobha.nadagatti-prt@alithya.com::7771456e-0749-42a9-b9e1-058a6f30edad" providerId="AD" clId="Web-{0279F82F-02F2-4FAA-869B-130AAFF3D7FB}" dt="2023-02-16T19:55:51.633" v="61" actId="14100"/>
          <ac:spMkLst>
            <pc:docMk/>
            <pc:sldMk cId="1629636643" sldId="296"/>
            <ac:spMk id="284" creationId="{00000000-0000-0000-0000-000000000000}"/>
          </ac:spMkLst>
        </pc:spChg>
        <pc:spChg chg="mod">
          <ac:chgData name="Shobha Nadagatti" userId="S::shobha.nadagatti-prt@alithya.com::7771456e-0749-42a9-b9e1-058a6f30edad" providerId="AD" clId="Web-{0279F82F-02F2-4FAA-869B-130AAFF3D7FB}" dt="2023-02-16T20:16:04.692" v="109" actId="1076"/>
          <ac:spMkLst>
            <pc:docMk/>
            <pc:sldMk cId="1629636643" sldId="296"/>
            <ac:spMk id="285" creationId="{00000000-0000-0000-0000-000000000000}"/>
          </ac:spMkLst>
        </pc:spChg>
        <pc:spChg chg="mod">
          <ac:chgData name="Shobha Nadagatti" userId="S::shobha.nadagatti-prt@alithya.com::7771456e-0749-42a9-b9e1-058a6f30edad" providerId="AD" clId="Web-{0279F82F-02F2-4FAA-869B-130AAFF3D7FB}" dt="2023-02-16T19:54:48.332" v="55" actId="20577"/>
          <ac:spMkLst>
            <pc:docMk/>
            <pc:sldMk cId="1629636643" sldId="296"/>
            <ac:spMk id="305" creationId="{00000000-0000-0000-0000-000000000000}"/>
          </ac:spMkLst>
        </pc:spChg>
        <pc:spChg chg="mod">
          <ac:chgData name="Shobha Nadagatti" userId="S::shobha.nadagatti-prt@alithya.com::7771456e-0749-42a9-b9e1-058a6f30edad" providerId="AD" clId="Web-{0279F82F-02F2-4FAA-869B-130AAFF3D7FB}" dt="2023-02-16T19:49:56.864" v="36" actId="14100"/>
          <ac:spMkLst>
            <pc:docMk/>
            <pc:sldMk cId="1629636643" sldId="296"/>
            <ac:spMk id="320" creationId="{00000000-0000-0000-0000-000000000000}"/>
          </ac:spMkLst>
        </pc:spChg>
        <pc:spChg chg="mod">
          <ac:chgData name="Shobha Nadagatti" userId="S::shobha.nadagatti-prt@alithya.com::7771456e-0749-42a9-b9e1-058a6f30edad" providerId="AD" clId="Web-{0279F82F-02F2-4FAA-869B-130AAFF3D7FB}" dt="2023-02-16T19:51:22.475" v="39" actId="1076"/>
          <ac:spMkLst>
            <pc:docMk/>
            <pc:sldMk cId="1629636643" sldId="296"/>
            <ac:spMk id="321" creationId="{00000000-0000-0000-0000-000000000000}"/>
          </ac:spMkLst>
        </pc:spChg>
        <pc:spChg chg="mod">
          <ac:chgData name="Shobha Nadagatti" userId="S::shobha.nadagatti-prt@alithya.com::7771456e-0749-42a9-b9e1-058a6f30edad" providerId="AD" clId="Web-{0279F82F-02F2-4FAA-869B-130AAFF3D7FB}" dt="2023-02-16T20:20:48.554" v="123" actId="14100"/>
          <ac:spMkLst>
            <pc:docMk/>
            <pc:sldMk cId="1629636643" sldId="296"/>
            <ac:spMk id="375" creationId="{00000000-0000-0000-0000-000000000000}"/>
          </ac:spMkLst>
        </pc:spChg>
        <pc:spChg chg="del mod">
          <ac:chgData name="Shobha Nadagatti" userId="S::shobha.nadagatti-prt@alithya.com::7771456e-0749-42a9-b9e1-058a6f30edad" providerId="AD" clId="Web-{0279F82F-02F2-4FAA-869B-130AAFF3D7FB}" dt="2023-02-16T20:27:13.843" v="125"/>
          <ac:spMkLst>
            <pc:docMk/>
            <pc:sldMk cId="1629636643" sldId="296"/>
            <ac:spMk id="380" creationId="{00000000-0000-0000-0000-000000000000}"/>
          </ac:spMkLst>
        </pc:spChg>
        <pc:spChg chg="mod">
          <ac:chgData name="Shobha Nadagatti" userId="S::shobha.nadagatti-prt@alithya.com::7771456e-0749-42a9-b9e1-058a6f30edad" providerId="AD" clId="Web-{0279F82F-02F2-4FAA-869B-130AAFF3D7FB}" dt="2023-02-16T19:51:10.146" v="38" actId="1076"/>
          <ac:spMkLst>
            <pc:docMk/>
            <pc:sldMk cId="1629636643" sldId="296"/>
            <ac:spMk id="384" creationId="{00000000-0000-0000-0000-000000000000}"/>
          </ac:spMkLst>
        </pc:spChg>
        <pc:grpChg chg="mod">
          <ac:chgData name="Shobha Nadagatti" userId="S::shobha.nadagatti-prt@alithya.com::7771456e-0749-42a9-b9e1-058a6f30edad" providerId="AD" clId="Web-{0279F82F-02F2-4FAA-869B-130AAFF3D7FB}" dt="2023-02-16T20:03:48.553" v="76" actId="14100"/>
          <ac:grpSpMkLst>
            <pc:docMk/>
            <pc:sldMk cId="1629636643" sldId="296"/>
            <ac:grpSpMk id="8" creationId="{94637E0A-FFA0-5A1B-7180-211EC70B9239}"/>
          </ac:grpSpMkLst>
        </pc:grpChg>
        <pc:grpChg chg="mod">
          <ac:chgData name="Shobha Nadagatti" userId="S::shobha.nadagatti-prt@alithya.com::7771456e-0749-42a9-b9e1-058a6f30edad" providerId="AD" clId="Web-{0279F82F-02F2-4FAA-869B-130AAFF3D7FB}" dt="2023-02-16T20:03:34.427" v="74" actId="1076"/>
          <ac:grpSpMkLst>
            <pc:docMk/>
            <pc:sldMk cId="1629636643" sldId="296"/>
            <ac:grpSpMk id="11" creationId="{4E41479B-16B9-2F9D-41C3-E41BCD996A06}"/>
          </ac:grpSpMkLst>
        </pc:grpChg>
        <pc:grpChg chg="add del mod">
          <ac:chgData name="Shobha Nadagatti" userId="S::shobha.nadagatti-prt@alithya.com::7771456e-0749-42a9-b9e1-058a6f30edad" providerId="AD" clId="Web-{0279F82F-02F2-4FAA-869B-130AAFF3D7FB}" dt="2023-02-16T20:09:43.965" v="89" actId="1076"/>
          <ac:grpSpMkLst>
            <pc:docMk/>
            <pc:sldMk cId="1629636643" sldId="296"/>
            <ac:grpSpMk id="14" creationId="{A38D7A82-8391-CAF8-DCF8-0BF3B78A7359}"/>
          </ac:grpSpMkLst>
        </pc:grpChg>
        <pc:grpChg chg="add mod">
          <ac:chgData name="Shobha Nadagatti" userId="S::shobha.nadagatti-prt@alithya.com::7771456e-0749-42a9-b9e1-058a6f30edad" providerId="AD" clId="Web-{0279F82F-02F2-4FAA-869B-130AAFF3D7FB}" dt="2023-02-16T20:16:19.990" v="111" actId="1076"/>
          <ac:grpSpMkLst>
            <pc:docMk/>
            <pc:sldMk cId="1629636643" sldId="296"/>
            <ac:grpSpMk id="18" creationId="{3F7FC1CC-E684-9039-DE72-85FAF1E25E19}"/>
          </ac:grpSpMkLst>
        </pc:grpChg>
        <pc:grpChg chg="mod">
          <ac:chgData name="Shobha Nadagatti" userId="S::shobha.nadagatti-prt@alithya.com::7771456e-0749-42a9-b9e1-058a6f30edad" providerId="AD" clId="Web-{0279F82F-02F2-4FAA-869B-130AAFF3D7FB}" dt="2023-02-16T20:31:08.936" v="131" actId="1076"/>
          <ac:grpSpMkLst>
            <pc:docMk/>
            <pc:sldMk cId="1629636643" sldId="296"/>
            <ac:grpSpMk id="263" creationId="{00000000-0000-0000-0000-000000000000}"/>
          </ac:grpSpMkLst>
        </pc:grpChg>
        <pc:grpChg chg="mod">
          <ac:chgData name="Shobha Nadagatti" userId="S::shobha.nadagatti-prt@alithya.com::7771456e-0749-42a9-b9e1-058a6f30edad" providerId="AD" clId="Web-{0279F82F-02F2-4FAA-869B-130AAFF3D7FB}" dt="2023-02-16T19:49:28.437" v="33" actId="1076"/>
          <ac:grpSpMkLst>
            <pc:docMk/>
            <pc:sldMk cId="1629636643" sldId="296"/>
            <ac:grpSpMk id="276" creationId="{00000000-0000-0000-0000-000000000000}"/>
          </ac:grpSpMkLst>
        </pc:grpChg>
        <pc:grpChg chg="mod">
          <ac:chgData name="Shobha Nadagatti" userId="S::shobha.nadagatti-prt@alithya.com::7771456e-0749-42a9-b9e1-058a6f30edad" providerId="AD" clId="Web-{0279F82F-02F2-4FAA-869B-130AAFF3D7FB}" dt="2023-02-16T20:07:49.646" v="81" actId="14100"/>
          <ac:grpSpMkLst>
            <pc:docMk/>
            <pc:sldMk cId="1629636643" sldId="296"/>
            <ac:grpSpMk id="286" creationId="{00000000-0000-0000-0000-000000000000}"/>
          </ac:grpSpMkLst>
        </pc:grpChg>
        <pc:grpChg chg="mod">
          <ac:chgData name="Shobha Nadagatti" userId="S::shobha.nadagatti-prt@alithya.com::7771456e-0749-42a9-b9e1-058a6f30edad" providerId="AD" clId="Web-{0279F82F-02F2-4FAA-869B-130AAFF3D7FB}" dt="2023-02-16T19:54:01.456" v="47" actId="14100"/>
          <ac:grpSpMkLst>
            <pc:docMk/>
            <pc:sldMk cId="1629636643" sldId="296"/>
            <ac:grpSpMk id="290" creationId="{00000000-0000-0000-0000-000000000000}"/>
          </ac:grpSpMkLst>
        </pc:grpChg>
        <pc:grpChg chg="mod">
          <ac:chgData name="Shobha Nadagatti" userId="S::shobha.nadagatti-prt@alithya.com::7771456e-0749-42a9-b9e1-058a6f30edad" providerId="AD" clId="Web-{0279F82F-02F2-4FAA-869B-130AAFF3D7FB}" dt="2023-02-16T19:53:51.031" v="46" actId="14100"/>
          <ac:grpSpMkLst>
            <pc:docMk/>
            <pc:sldMk cId="1629636643" sldId="296"/>
            <ac:grpSpMk id="306" creationId="{00000000-0000-0000-0000-000000000000}"/>
          </ac:grpSpMkLst>
        </pc:grpChg>
        <pc:grpChg chg="mod">
          <ac:chgData name="Shobha Nadagatti" userId="S::shobha.nadagatti-prt@alithya.com::7771456e-0749-42a9-b9e1-058a6f30edad" providerId="AD" clId="Web-{0279F82F-02F2-4FAA-869B-130AAFF3D7FB}" dt="2023-02-16T19:49:35.719" v="34" actId="1076"/>
          <ac:grpSpMkLst>
            <pc:docMk/>
            <pc:sldMk cId="1629636643" sldId="296"/>
            <ac:grpSpMk id="312" creationId="{00000000-0000-0000-0000-000000000000}"/>
          </ac:grpSpMkLst>
        </pc:grpChg>
        <pc:grpChg chg="mod">
          <ac:chgData name="Shobha Nadagatti" userId="S::shobha.nadagatti-prt@alithya.com::7771456e-0749-42a9-b9e1-058a6f30edad" providerId="AD" clId="Web-{0279F82F-02F2-4FAA-869B-130AAFF3D7FB}" dt="2023-02-16T20:16:45.976" v="112" actId="1076"/>
          <ac:grpSpMkLst>
            <pc:docMk/>
            <pc:sldMk cId="1629636643" sldId="296"/>
            <ac:grpSpMk id="316" creationId="{00000000-0000-0000-0000-000000000000}"/>
          </ac:grpSpMkLst>
        </pc:grpChg>
        <pc:grpChg chg="mod">
          <ac:chgData name="Shobha Nadagatti" userId="S::shobha.nadagatti-prt@alithya.com::7771456e-0749-42a9-b9e1-058a6f30edad" providerId="AD" clId="Web-{0279F82F-02F2-4FAA-869B-130AAFF3D7FB}" dt="2023-02-16T19:48:45.200" v="30" actId="14100"/>
          <ac:grpSpMkLst>
            <pc:docMk/>
            <pc:sldMk cId="1629636643" sldId="296"/>
            <ac:grpSpMk id="322" creationId="{00000000-0000-0000-0000-000000000000}"/>
          </ac:grpSpMkLst>
        </pc:grpChg>
        <pc:grpChg chg="mod">
          <ac:chgData name="Shobha Nadagatti" userId="S::shobha.nadagatti-prt@alithya.com::7771456e-0749-42a9-b9e1-058a6f30edad" providerId="AD" clId="Web-{0279F82F-02F2-4FAA-869B-130AAFF3D7FB}" dt="2023-02-16T19:55:24.318" v="58" actId="14100"/>
          <ac:grpSpMkLst>
            <pc:docMk/>
            <pc:sldMk cId="1629636643" sldId="296"/>
            <ac:grpSpMk id="346" creationId="{00000000-0000-0000-0000-000000000000}"/>
          </ac:grpSpMkLst>
        </pc:grpChg>
        <pc:grpChg chg="mod">
          <ac:chgData name="Shobha Nadagatti" userId="S::shobha.nadagatti-prt@alithya.com::7771456e-0749-42a9-b9e1-058a6f30edad" providerId="AD" clId="Web-{0279F82F-02F2-4FAA-869B-130AAFF3D7FB}" dt="2023-02-16T19:55:37.975" v="60" actId="14100"/>
          <ac:grpSpMkLst>
            <pc:docMk/>
            <pc:sldMk cId="1629636643" sldId="296"/>
            <ac:grpSpMk id="352" creationId="{00000000-0000-0000-0000-000000000000}"/>
          </ac:grpSpMkLst>
        </pc:grpChg>
        <pc:picChg chg="add mod">
          <ac:chgData name="Shobha Nadagatti" userId="S::shobha.nadagatti-prt@alithya.com::7771456e-0749-42a9-b9e1-058a6f30edad" providerId="AD" clId="Web-{0279F82F-02F2-4FAA-869B-130AAFF3D7FB}" dt="2023-02-16T20:16:16.115" v="110" actId="1076"/>
          <ac:picMkLst>
            <pc:docMk/>
            <pc:sldMk cId="1629636643" sldId="296"/>
            <ac:picMk id="2" creationId="{56AFEE2E-6F6C-9422-54D2-20759665CC76}"/>
          </ac:picMkLst>
        </pc:picChg>
        <pc:picChg chg="mod">
          <ac:chgData name="Shobha Nadagatti" userId="S::shobha.nadagatti-prt@alithya.com::7771456e-0749-42a9-b9e1-058a6f30edad" providerId="AD" clId="Web-{0279F82F-02F2-4FAA-869B-130AAFF3D7FB}" dt="2023-02-16T19:55:55.258" v="62" actId="1076"/>
          <ac:picMkLst>
            <pc:docMk/>
            <pc:sldMk cId="1629636643" sldId="296"/>
            <ac:picMk id="287" creationId="{00000000-0000-0000-0000-000000000000}"/>
          </ac:picMkLst>
        </pc:picChg>
        <pc:cxnChg chg="add mod">
          <ac:chgData name="Shobha Nadagatti" userId="S::shobha.nadagatti-prt@alithya.com::7771456e-0749-42a9-b9e1-058a6f30edad" providerId="AD" clId="Web-{0279F82F-02F2-4FAA-869B-130AAFF3D7FB}" dt="2023-02-16T20:28:51.318" v="129" actId="14100"/>
          <ac:cxnSpMkLst>
            <pc:docMk/>
            <pc:sldMk cId="1629636643" sldId="296"/>
            <ac:cxnSpMk id="23" creationId="{1CB59877-60B7-0857-F272-A2194F42ACBC}"/>
          </ac:cxnSpMkLst>
        </pc:cxnChg>
      </pc:sldChg>
      <pc:sldChg chg="new">
        <pc:chgData name="Shobha Nadagatti" userId="S::shobha.nadagatti-prt@alithya.com::7771456e-0749-42a9-b9e1-058a6f30edad" providerId="AD" clId="Web-{0279F82F-02F2-4FAA-869B-130AAFF3D7FB}" dt="2023-02-16T18:32:24.796" v="0"/>
        <pc:sldMkLst>
          <pc:docMk/>
          <pc:sldMk cId="2564597168" sldId="296"/>
        </pc:sldMkLst>
      </pc:sldChg>
      <pc:sldMasterChg chg="add addSldLayout">
        <pc:chgData name="Shobha Nadagatti" userId="S::shobha.nadagatti-prt@alithya.com::7771456e-0749-42a9-b9e1-058a6f30edad" providerId="AD" clId="Web-{0279F82F-02F2-4FAA-869B-130AAFF3D7FB}" dt="2023-02-16T19:37:12.016" v="1"/>
        <pc:sldMasterMkLst>
          <pc:docMk/>
          <pc:sldMasterMk cId="0" sldId="2147483675"/>
        </pc:sldMasterMkLst>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0"/>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1"/>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2"/>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3"/>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4"/>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5"/>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6"/>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7"/>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8"/>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69"/>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0"/>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1"/>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2"/>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3"/>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4"/>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6"/>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7"/>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8"/>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79"/>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0"/>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1"/>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2"/>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3"/>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4"/>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5"/>
          </pc:sldLayoutMkLst>
        </pc:sldLayoutChg>
        <pc:sldLayoutChg chg="add">
          <pc:chgData name="Shobha Nadagatti" userId="S::shobha.nadagatti-prt@alithya.com::7771456e-0749-42a9-b9e1-058a6f30edad" providerId="AD" clId="Web-{0279F82F-02F2-4FAA-869B-130AAFF3D7FB}" dt="2023-02-16T19:37:12.016" v="1"/>
          <pc:sldLayoutMkLst>
            <pc:docMk/>
            <pc:sldMasterMk cId="0" sldId="2147483675"/>
            <pc:sldLayoutMk cId="0" sldId="2147483686"/>
          </pc:sldLayoutMkLst>
        </pc:sldLayoutChg>
      </pc:sldMasterChg>
    </pc:docChg>
  </pc:docChgLst>
  <pc:docChgLst>
    <pc:chgData name="Vivek Srinivasan" userId="S::vivek.srinivasan@alithya.com::97bf6056-4f3d-4a10-acd8-564e79fd3a49" providerId="AD" clId="Web-{31A32D8A-7C5E-4BC2-A309-328FF08EFD0B}"/>
    <pc:docChg chg="modSld">
      <pc:chgData name="Vivek Srinivasan" userId="S::vivek.srinivasan@alithya.com::97bf6056-4f3d-4a10-acd8-564e79fd3a49" providerId="AD" clId="Web-{31A32D8A-7C5E-4BC2-A309-328FF08EFD0B}" dt="2023-02-20T17:06:37.277" v="0"/>
      <pc:docMkLst>
        <pc:docMk/>
      </pc:docMkLst>
      <pc:sldChg chg="modSp">
        <pc:chgData name="Vivek Srinivasan" userId="S::vivek.srinivasan@alithya.com::97bf6056-4f3d-4a10-acd8-564e79fd3a49" providerId="AD" clId="Web-{31A32D8A-7C5E-4BC2-A309-328FF08EFD0B}" dt="2023-02-20T17:06:37.277" v="0"/>
        <pc:sldMkLst>
          <pc:docMk/>
          <pc:sldMk cId="2937452749" sldId="303"/>
        </pc:sldMkLst>
        <pc:graphicFrameChg chg="modGraphic">
          <ac:chgData name="Vivek Srinivasan" userId="S::vivek.srinivasan@alithya.com::97bf6056-4f3d-4a10-acd8-564e79fd3a49" providerId="AD" clId="Web-{31A32D8A-7C5E-4BC2-A309-328FF08EFD0B}" dt="2023-02-20T17:06:37.277" v="0"/>
          <ac:graphicFrameMkLst>
            <pc:docMk/>
            <pc:sldMk cId="2937452749" sldId="303"/>
            <ac:graphicFrameMk id="2" creationId="{495D6E7B-34E0-3EDA-54B1-56B869A72E41}"/>
          </ac:graphicFrameMkLst>
        </pc:graphicFrameChg>
      </pc:sldChg>
    </pc:docChg>
  </pc:docChgLst>
  <pc:docChgLst>
    <pc:chgData name="Uma Prasath" userId="10b5dc1d-bcdf-406c-b6a0-e384053d82c0" providerId="ADAL" clId="{717937F4-7F2C-45C3-A25D-0890813CE412}"/>
    <pc:docChg chg="undo custSel addSld delSld modSld">
      <pc:chgData name="Uma Prasath" userId="10b5dc1d-bcdf-406c-b6a0-e384053d82c0" providerId="ADAL" clId="{717937F4-7F2C-45C3-A25D-0890813CE412}" dt="2023-02-16T17:29:08.923" v="398" actId="1036"/>
      <pc:docMkLst>
        <pc:docMk/>
      </pc:docMkLst>
      <pc:sldChg chg="modSp mod">
        <pc:chgData name="Uma Prasath" userId="10b5dc1d-bcdf-406c-b6a0-e384053d82c0" providerId="ADAL" clId="{717937F4-7F2C-45C3-A25D-0890813CE412}" dt="2023-02-16T17:27:40.510" v="386" actId="20577"/>
        <pc:sldMkLst>
          <pc:docMk/>
          <pc:sldMk cId="0" sldId="257"/>
        </pc:sldMkLst>
        <pc:spChg chg="mod">
          <ac:chgData name="Uma Prasath" userId="10b5dc1d-bcdf-406c-b6a0-e384053d82c0" providerId="ADAL" clId="{717937F4-7F2C-45C3-A25D-0890813CE412}" dt="2023-02-16T17:27:40.510" v="386" actId="20577"/>
          <ac:spMkLst>
            <pc:docMk/>
            <pc:sldMk cId="0" sldId="257"/>
            <ac:spMk id="124" creationId="{00000000-0000-0000-0000-000000000000}"/>
          </ac:spMkLst>
        </pc:spChg>
      </pc:sldChg>
      <pc:sldChg chg="addSp delSp modSp mod">
        <pc:chgData name="Uma Prasath" userId="10b5dc1d-bcdf-406c-b6a0-e384053d82c0" providerId="ADAL" clId="{717937F4-7F2C-45C3-A25D-0890813CE412}" dt="2023-02-16T17:29:08.923" v="398" actId="1036"/>
        <pc:sldMkLst>
          <pc:docMk/>
          <pc:sldMk cId="0" sldId="261"/>
        </pc:sldMkLst>
        <pc:picChg chg="add mod">
          <ac:chgData name="Uma Prasath" userId="10b5dc1d-bcdf-406c-b6a0-e384053d82c0" providerId="ADAL" clId="{717937F4-7F2C-45C3-A25D-0890813CE412}" dt="2023-02-16T17:29:08.923" v="398" actId="1036"/>
          <ac:picMkLst>
            <pc:docMk/>
            <pc:sldMk cId="0" sldId="261"/>
            <ac:picMk id="2" creationId="{BDF61E7C-9995-045A-A8DD-E0BC5D63DD4E}"/>
          </ac:picMkLst>
        </pc:picChg>
        <pc:picChg chg="del">
          <ac:chgData name="Uma Prasath" userId="10b5dc1d-bcdf-406c-b6a0-e384053d82c0" providerId="ADAL" clId="{717937F4-7F2C-45C3-A25D-0890813CE412}" dt="2023-02-16T17:28:07.506" v="387" actId="478"/>
          <ac:picMkLst>
            <pc:docMk/>
            <pc:sldMk cId="0" sldId="261"/>
            <ac:picMk id="145" creationId="{00000000-0000-0000-0000-000000000000}"/>
          </ac:picMkLst>
        </pc:picChg>
      </pc:sldChg>
      <pc:sldChg chg="addSp delSp modSp new mod">
        <pc:chgData name="Uma Prasath" userId="10b5dc1d-bcdf-406c-b6a0-e384053d82c0" providerId="ADAL" clId="{717937F4-7F2C-45C3-A25D-0890813CE412}" dt="2023-02-15T21:51:18.310" v="203" actId="14100"/>
        <pc:sldMkLst>
          <pc:docMk/>
          <pc:sldMk cId="2205826845" sldId="286"/>
        </pc:sldMkLst>
        <pc:spChg chg="mod">
          <ac:chgData name="Uma Prasath" userId="10b5dc1d-bcdf-406c-b6a0-e384053d82c0" providerId="ADAL" clId="{717937F4-7F2C-45C3-A25D-0890813CE412}" dt="2023-02-15T19:29:47.972" v="82" actId="20577"/>
          <ac:spMkLst>
            <pc:docMk/>
            <pc:sldMk cId="2205826845" sldId="286"/>
            <ac:spMk id="2" creationId="{330583D8-1DE3-DD62-105F-7F3F16AF6E91}"/>
          </ac:spMkLst>
        </pc:spChg>
        <pc:picChg chg="add del mod">
          <ac:chgData name="Uma Prasath" userId="10b5dc1d-bcdf-406c-b6a0-e384053d82c0" providerId="ADAL" clId="{717937F4-7F2C-45C3-A25D-0890813CE412}" dt="2023-02-15T19:28:34.525" v="47" actId="478"/>
          <ac:picMkLst>
            <pc:docMk/>
            <pc:sldMk cId="2205826845" sldId="286"/>
            <ac:picMk id="4" creationId="{9BAFBAB7-B63B-F22A-AC2E-58658853F2DB}"/>
          </ac:picMkLst>
        </pc:picChg>
        <pc:picChg chg="add del mod">
          <ac:chgData name="Uma Prasath" userId="10b5dc1d-bcdf-406c-b6a0-e384053d82c0" providerId="ADAL" clId="{717937F4-7F2C-45C3-A25D-0890813CE412}" dt="2023-02-15T19:28:44.432" v="51" actId="22"/>
          <ac:picMkLst>
            <pc:docMk/>
            <pc:sldMk cId="2205826845" sldId="286"/>
            <ac:picMk id="6" creationId="{3D926290-84E7-F9CC-D21C-7C3F269475E9}"/>
          </ac:picMkLst>
        </pc:picChg>
        <pc:picChg chg="add del mod">
          <ac:chgData name="Uma Prasath" userId="10b5dc1d-bcdf-406c-b6a0-e384053d82c0" providerId="ADAL" clId="{717937F4-7F2C-45C3-A25D-0890813CE412}" dt="2023-02-15T21:50:59.318" v="195" actId="478"/>
          <ac:picMkLst>
            <pc:docMk/>
            <pc:sldMk cId="2205826845" sldId="286"/>
            <ac:picMk id="8" creationId="{3F972E0F-8C58-262E-82CB-46DC5E02B780}"/>
          </ac:picMkLst>
        </pc:picChg>
        <pc:picChg chg="add mod">
          <ac:chgData name="Uma Prasath" userId="10b5dc1d-bcdf-406c-b6a0-e384053d82c0" providerId="ADAL" clId="{717937F4-7F2C-45C3-A25D-0890813CE412}" dt="2023-02-15T21:51:18.310" v="203" actId="14100"/>
          <ac:picMkLst>
            <pc:docMk/>
            <pc:sldMk cId="2205826845" sldId="286"/>
            <ac:picMk id="1026" creationId="{6FC05F23-DC72-5C4B-EEDE-690147640B1C}"/>
          </ac:picMkLst>
        </pc:picChg>
      </pc:sldChg>
      <pc:sldChg chg="addSp delSp modSp add mod">
        <pc:chgData name="Uma Prasath" userId="10b5dc1d-bcdf-406c-b6a0-e384053d82c0" providerId="ADAL" clId="{717937F4-7F2C-45C3-A25D-0890813CE412}" dt="2023-02-15T22:19:57.656" v="235" actId="1036"/>
        <pc:sldMkLst>
          <pc:docMk/>
          <pc:sldMk cId="2000439478" sldId="287"/>
        </pc:sldMkLst>
        <pc:spChg chg="mod">
          <ac:chgData name="Uma Prasath" userId="10b5dc1d-bcdf-406c-b6a0-e384053d82c0" providerId="ADAL" clId="{717937F4-7F2C-45C3-A25D-0890813CE412}" dt="2023-02-15T19:30:00.767" v="87" actId="20577"/>
          <ac:spMkLst>
            <pc:docMk/>
            <pc:sldMk cId="2000439478" sldId="287"/>
            <ac:spMk id="2" creationId="{330583D8-1DE3-DD62-105F-7F3F16AF6E91}"/>
          </ac:spMkLst>
        </pc:spChg>
        <pc:picChg chg="add del mod">
          <ac:chgData name="Uma Prasath" userId="10b5dc1d-bcdf-406c-b6a0-e384053d82c0" providerId="ADAL" clId="{717937F4-7F2C-45C3-A25D-0890813CE412}" dt="2023-02-15T21:52:39.101" v="204" actId="478"/>
          <ac:picMkLst>
            <pc:docMk/>
            <pc:sldMk cId="2000439478" sldId="287"/>
            <ac:picMk id="4" creationId="{C2A0BF02-0D7F-B321-56B3-75A6D3A3CE28}"/>
          </ac:picMkLst>
        </pc:picChg>
        <pc:picChg chg="del">
          <ac:chgData name="Uma Prasath" userId="10b5dc1d-bcdf-406c-b6a0-e384053d82c0" providerId="ADAL" clId="{717937F4-7F2C-45C3-A25D-0890813CE412}" dt="2023-02-15T19:30:05.093" v="88" actId="478"/>
          <ac:picMkLst>
            <pc:docMk/>
            <pc:sldMk cId="2000439478" sldId="287"/>
            <ac:picMk id="8" creationId="{3F972E0F-8C58-262E-82CB-46DC5E02B780}"/>
          </ac:picMkLst>
        </pc:picChg>
        <pc:picChg chg="add del mod">
          <ac:chgData name="Uma Prasath" userId="10b5dc1d-bcdf-406c-b6a0-e384053d82c0" providerId="ADAL" clId="{717937F4-7F2C-45C3-A25D-0890813CE412}" dt="2023-02-15T22:19:41.932" v="225" actId="478"/>
          <ac:picMkLst>
            <pc:docMk/>
            <pc:sldMk cId="2000439478" sldId="287"/>
            <ac:picMk id="2050" creationId="{6C5954F2-5EFF-08AC-19D4-D7E4369A55CD}"/>
          </ac:picMkLst>
        </pc:picChg>
        <pc:picChg chg="add mod">
          <ac:chgData name="Uma Prasath" userId="10b5dc1d-bcdf-406c-b6a0-e384053d82c0" providerId="ADAL" clId="{717937F4-7F2C-45C3-A25D-0890813CE412}" dt="2023-02-15T22:19:57.656" v="235" actId="1036"/>
          <ac:picMkLst>
            <pc:docMk/>
            <pc:sldMk cId="2000439478" sldId="287"/>
            <ac:picMk id="2052" creationId="{42649026-3FD3-417B-5CFD-8BBD5D90EEE4}"/>
          </ac:picMkLst>
        </pc:picChg>
      </pc:sldChg>
      <pc:sldChg chg="addSp delSp modSp add mod">
        <pc:chgData name="Uma Prasath" userId="10b5dc1d-bcdf-406c-b6a0-e384053d82c0" providerId="ADAL" clId="{717937F4-7F2C-45C3-A25D-0890813CE412}" dt="2023-02-16T15:54:52.864" v="249" actId="1038"/>
        <pc:sldMkLst>
          <pc:docMk/>
          <pc:sldMk cId="819181105" sldId="288"/>
        </pc:sldMkLst>
        <pc:spChg chg="mod">
          <ac:chgData name="Uma Prasath" userId="10b5dc1d-bcdf-406c-b6a0-e384053d82c0" providerId="ADAL" clId="{717937F4-7F2C-45C3-A25D-0890813CE412}" dt="2023-02-15T19:31:43.965" v="101" actId="20577"/>
          <ac:spMkLst>
            <pc:docMk/>
            <pc:sldMk cId="819181105" sldId="288"/>
            <ac:spMk id="2" creationId="{330583D8-1DE3-DD62-105F-7F3F16AF6E91}"/>
          </ac:spMkLst>
        </pc:spChg>
        <pc:picChg chg="del">
          <ac:chgData name="Uma Prasath" userId="10b5dc1d-bcdf-406c-b6a0-e384053d82c0" providerId="ADAL" clId="{717937F4-7F2C-45C3-A25D-0890813CE412}" dt="2023-02-15T19:31:46.247" v="102" actId="478"/>
          <ac:picMkLst>
            <pc:docMk/>
            <pc:sldMk cId="819181105" sldId="288"/>
            <ac:picMk id="4" creationId="{C2A0BF02-0D7F-B321-56B3-75A6D3A3CE28}"/>
          </ac:picMkLst>
        </pc:picChg>
        <pc:picChg chg="add del mod">
          <ac:chgData name="Uma Prasath" userId="10b5dc1d-bcdf-406c-b6a0-e384053d82c0" providerId="ADAL" clId="{717937F4-7F2C-45C3-A25D-0890813CE412}" dt="2023-02-15T20:02:38.712" v="155" actId="478"/>
          <ac:picMkLst>
            <pc:docMk/>
            <pc:sldMk cId="819181105" sldId="288"/>
            <ac:picMk id="5" creationId="{11E2102F-FB9F-F6FB-D0F4-C863F4052514}"/>
          </ac:picMkLst>
        </pc:picChg>
        <pc:picChg chg="add del mod">
          <ac:chgData name="Uma Prasath" userId="10b5dc1d-bcdf-406c-b6a0-e384053d82c0" providerId="ADAL" clId="{717937F4-7F2C-45C3-A25D-0890813CE412}" dt="2023-02-15T22:16:14.050" v="208" actId="478"/>
          <ac:picMkLst>
            <pc:docMk/>
            <pc:sldMk cId="819181105" sldId="288"/>
            <ac:picMk id="7" creationId="{CC7340ED-2C82-FC0E-AEEA-C8EFA3DC4203}"/>
          </ac:picMkLst>
        </pc:picChg>
        <pc:picChg chg="add mod">
          <ac:chgData name="Uma Prasath" userId="10b5dc1d-bcdf-406c-b6a0-e384053d82c0" providerId="ADAL" clId="{717937F4-7F2C-45C3-A25D-0890813CE412}" dt="2023-02-16T15:54:52.864" v="249" actId="1038"/>
          <ac:picMkLst>
            <pc:docMk/>
            <pc:sldMk cId="819181105" sldId="288"/>
            <ac:picMk id="3074" creationId="{5418BC06-3300-8286-FA82-6B2EC237F23A}"/>
          </ac:picMkLst>
        </pc:picChg>
      </pc:sldChg>
      <pc:sldChg chg="addSp delSp modSp add mod">
        <pc:chgData name="Uma Prasath" userId="10b5dc1d-bcdf-406c-b6a0-e384053d82c0" providerId="ADAL" clId="{717937F4-7F2C-45C3-A25D-0890813CE412}" dt="2023-02-15T22:20:34.369" v="240" actId="1076"/>
        <pc:sldMkLst>
          <pc:docMk/>
          <pc:sldMk cId="552353905" sldId="289"/>
        </pc:sldMkLst>
        <pc:spChg chg="mod">
          <ac:chgData name="Uma Prasath" userId="10b5dc1d-bcdf-406c-b6a0-e384053d82c0" providerId="ADAL" clId="{717937F4-7F2C-45C3-A25D-0890813CE412}" dt="2023-02-15T19:32:46.801" v="118" actId="20577"/>
          <ac:spMkLst>
            <pc:docMk/>
            <pc:sldMk cId="552353905" sldId="289"/>
            <ac:spMk id="2" creationId="{330583D8-1DE3-DD62-105F-7F3F16AF6E91}"/>
          </ac:spMkLst>
        </pc:spChg>
        <pc:picChg chg="add del mod">
          <ac:chgData name="Uma Prasath" userId="10b5dc1d-bcdf-406c-b6a0-e384053d82c0" providerId="ADAL" clId="{717937F4-7F2C-45C3-A25D-0890813CE412}" dt="2023-02-15T20:03:06.059" v="159" actId="478"/>
          <ac:picMkLst>
            <pc:docMk/>
            <pc:sldMk cId="552353905" sldId="289"/>
            <ac:picMk id="4" creationId="{6DEBE599-C0D0-2987-1418-FDE6CF6F0CFF}"/>
          </ac:picMkLst>
        </pc:picChg>
        <pc:picChg chg="del">
          <ac:chgData name="Uma Prasath" userId="10b5dc1d-bcdf-406c-b6a0-e384053d82c0" providerId="ADAL" clId="{717937F4-7F2C-45C3-A25D-0890813CE412}" dt="2023-02-15T19:32:25.425" v="108" actId="478"/>
          <ac:picMkLst>
            <pc:docMk/>
            <pc:sldMk cId="552353905" sldId="289"/>
            <ac:picMk id="5" creationId="{11E2102F-FB9F-F6FB-D0F4-C863F4052514}"/>
          </ac:picMkLst>
        </pc:picChg>
        <pc:picChg chg="add del mod">
          <ac:chgData name="Uma Prasath" userId="10b5dc1d-bcdf-406c-b6a0-e384053d82c0" providerId="ADAL" clId="{717937F4-7F2C-45C3-A25D-0890813CE412}" dt="2023-02-15T22:16:37.310" v="214" actId="478"/>
          <ac:picMkLst>
            <pc:docMk/>
            <pc:sldMk cId="552353905" sldId="289"/>
            <ac:picMk id="7" creationId="{02665BCF-C639-5CFC-A055-F8FDD8B48197}"/>
          </ac:picMkLst>
        </pc:picChg>
        <pc:picChg chg="add del mod">
          <ac:chgData name="Uma Prasath" userId="10b5dc1d-bcdf-406c-b6a0-e384053d82c0" providerId="ADAL" clId="{717937F4-7F2C-45C3-A25D-0890813CE412}" dt="2023-02-15T22:20:04.400" v="236" actId="478"/>
          <ac:picMkLst>
            <pc:docMk/>
            <pc:sldMk cId="552353905" sldId="289"/>
            <ac:picMk id="4098" creationId="{6F76DA35-84E3-90E9-1561-DEB681C9645D}"/>
          </ac:picMkLst>
        </pc:picChg>
        <pc:picChg chg="add mod">
          <ac:chgData name="Uma Prasath" userId="10b5dc1d-bcdf-406c-b6a0-e384053d82c0" providerId="ADAL" clId="{717937F4-7F2C-45C3-A25D-0890813CE412}" dt="2023-02-15T22:20:34.369" v="240" actId="1076"/>
          <ac:picMkLst>
            <pc:docMk/>
            <pc:sldMk cId="552353905" sldId="289"/>
            <ac:picMk id="4100" creationId="{35442536-FD0A-6CCA-94C5-A5BE35B9B100}"/>
          </ac:picMkLst>
        </pc:picChg>
      </pc:sldChg>
      <pc:sldChg chg="addSp delSp modSp add mod">
        <pc:chgData name="Uma Prasath" userId="10b5dc1d-bcdf-406c-b6a0-e384053d82c0" providerId="ADAL" clId="{717937F4-7F2C-45C3-A25D-0890813CE412}" dt="2023-02-15T19:41:22.596" v="154" actId="20577"/>
        <pc:sldMkLst>
          <pc:docMk/>
          <pc:sldMk cId="1061347865" sldId="290"/>
        </pc:sldMkLst>
        <pc:spChg chg="mod">
          <ac:chgData name="Uma Prasath" userId="10b5dc1d-bcdf-406c-b6a0-e384053d82c0" providerId="ADAL" clId="{717937F4-7F2C-45C3-A25D-0890813CE412}" dt="2023-02-15T19:41:22.596" v="154" actId="20577"/>
          <ac:spMkLst>
            <pc:docMk/>
            <pc:sldMk cId="1061347865" sldId="290"/>
            <ac:spMk id="2" creationId="{330583D8-1DE3-DD62-105F-7F3F16AF6E91}"/>
          </ac:spMkLst>
        </pc:spChg>
        <pc:picChg chg="del">
          <ac:chgData name="Uma Prasath" userId="10b5dc1d-bcdf-406c-b6a0-e384053d82c0" providerId="ADAL" clId="{717937F4-7F2C-45C3-A25D-0890813CE412}" dt="2023-02-15T19:36:39.757" v="132" actId="478"/>
          <ac:picMkLst>
            <pc:docMk/>
            <pc:sldMk cId="1061347865" sldId="290"/>
            <ac:picMk id="4" creationId="{6DEBE599-C0D0-2987-1418-FDE6CF6F0CFF}"/>
          </ac:picMkLst>
        </pc:picChg>
        <pc:picChg chg="add del mod">
          <ac:chgData name="Uma Prasath" userId="10b5dc1d-bcdf-406c-b6a0-e384053d82c0" providerId="ADAL" clId="{717937F4-7F2C-45C3-A25D-0890813CE412}" dt="2023-02-15T19:37:33.932" v="139" actId="478"/>
          <ac:picMkLst>
            <pc:docMk/>
            <pc:sldMk cId="1061347865" sldId="290"/>
            <ac:picMk id="5" creationId="{FB9F8009-0E1F-5C2B-85A4-64CE1EF72BAC}"/>
          </ac:picMkLst>
        </pc:picChg>
        <pc:picChg chg="add del mod">
          <ac:chgData name="Uma Prasath" userId="10b5dc1d-bcdf-406c-b6a0-e384053d82c0" providerId="ADAL" clId="{717937F4-7F2C-45C3-A25D-0890813CE412}" dt="2023-02-15T19:38:49.252" v="143" actId="22"/>
          <ac:picMkLst>
            <pc:docMk/>
            <pc:sldMk cId="1061347865" sldId="290"/>
            <ac:picMk id="7" creationId="{631014D2-9971-2128-2B4D-5E6AE7B719E9}"/>
          </ac:picMkLst>
        </pc:picChg>
        <pc:picChg chg="add del mod">
          <ac:chgData name="Uma Prasath" userId="10b5dc1d-bcdf-406c-b6a0-e384053d82c0" providerId="ADAL" clId="{717937F4-7F2C-45C3-A25D-0890813CE412}" dt="2023-02-15T19:39:55.069" v="148" actId="478"/>
          <ac:picMkLst>
            <pc:docMk/>
            <pc:sldMk cId="1061347865" sldId="290"/>
            <ac:picMk id="9" creationId="{2E637A34-C61B-7EFD-47A3-5DCFC306F08C}"/>
          </ac:picMkLst>
        </pc:picChg>
        <pc:picChg chg="add mod">
          <ac:chgData name="Uma Prasath" userId="10b5dc1d-bcdf-406c-b6a0-e384053d82c0" providerId="ADAL" clId="{717937F4-7F2C-45C3-A25D-0890813CE412}" dt="2023-02-15T19:40:06.211" v="152" actId="14100"/>
          <ac:picMkLst>
            <pc:docMk/>
            <pc:sldMk cId="1061347865" sldId="290"/>
            <ac:picMk id="11" creationId="{881ECD1D-EA82-CF63-F163-32331A4B88CC}"/>
          </ac:picMkLst>
        </pc:picChg>
      </pc:sldChg>
      <pc:sldChg chg="addSp delSp modSp add mod">
        <pc:chgData name="Uma Prasath" userId="10b5dc1d-bcdf-406c-b6a0-e384053d82c0" providerId="ADAL" clId="{717937F4-7F2C-45C3-A25D-0890813CE412}" dt="2023-02-16T16:20:53.203" v="334" actId="20577"/>
        <pc:sldMkLst>
          <pc:docMk/>
          <pc:sldMk cId="719275532" sldId="291"/>
        </pc:sldMkLst>
        <pc:spChg chg="mod">
          <ac:chgData name="Uma Prasath" userId="10b5dc1d-bcdf-406c-b6a0-e384053d82c0" providerId="ADAL" clId="{717937F4-7F2C-45C3-A25D-0890813CE412}" dt="2023-02-16T16:20:53.203" v="334" actId="20577"/>
          <ac:spMkLst>
            <pc:docMk/>
            <pc:sldMk cId="719275532" sldId="291"/>
            <ac:spMk id="2" creationId="{330583D8-1DE3-DD62-105F-7F3F16AF6E91}"/>
          </ac:spMkLst>
        </pc:spChg>
        <pc:picChg chg="add mod">
          <ac:chgData name="Uma Prasath" userId="10b5dc1d-bcdf-406c-b6a0-e384053d82c0" providerId="ADAL" clId="{717937F4-7F2C-45C3-A25D-0890813CE412}" dt="2023-02-16T16:08:23.562" v="290" actId="1037"/>
          <ac:picMkLst>
            <pc:docMk/>
            <pc:sldMk cId="719275532" sldId="291"/>
            <ac:picMk id="4" creationId="{68EB6364-4C62-44B6-FBF7-5E4BF69162C5}"/>
          </ac:picMkLst>
        </pc:picChg>
        <pc:picChg chg="del">
          <ac:chgData name="Uma Prasath" userId="10b5dc1d-bcdf-406c-b6a0-e384053d82c0" providerId="ADAL" clId="{717937F4-7F2C-45C3-A25D-0890813CE412}" dt="2023-02-16T16:08:07.482" v="280" actId="478"/>
          <ac:picMkLst>
            <pc:docMk/>
            <pc:sldMk cId="719275532" sldId="291"/>
            <ac:picMk id="4100" creationId="{35442536-FD0A-6CCA-94C5-A5BE35B9B100}"/>
          </ac:picMkLst>
        </pc:picChg>
      </pc:sldChg>
      <pc:sldChg chg="delSp modSp add del mod">
        <pc:chgData name="Uma Prasath" userId="10b5dc1d-bcdf-406c-b6a0-e384053d82c0" providerId="ADAL" clId="{717937F4-7F2C-45C3-A25D-0890813CE412}" dt="2023-02-16T15:26:35.370" v="241" actId="47"/>
        <pc:sldMkLst>
          <pc:docMk/>
          <pc:sldMk cId="2414501471" sldId="291"/>
        </pc:sldMkLst>
        <pc:spChg chg="mod">
          <ac:chgData name="Uma Prasath" userId="10b5dc1d-bcdf-406c-b6a0-e384053d82c0" providerId="ADAL" clId="{717937F4-7F2C-45C3-A25D-0890813CE412}" dt="2023-02-15T20:23:04.944" v="192" actId="20577"/>
          <ac:spMkLst>
            <pc:docMk/>
            <pc:sldMk cId="2414501471" sldId="291"/>
            <ac:spMk id="2" creationId="{330583D8-1DE3-DD62-105F-7F3F16AF6E91}"/>
          </ac:spMkLst>
        </pc:spChg>
        <pc:picChg chg="del">
          <ac:chgData name="Uma Prasath" userId="10b5dc1d-bcdf-406c-b6a0-e384053d82c0" providerId="ADAL" clId="{717937F4-7F2C-45C3-A25D-0890813CE412}" dt="2023-02-15T20:22:53.797" v="173" actId="478"/>
          <ac:picMkLst>
            <pc:docMk/>
            <pc:sldMk cId="2414501471" sldId="291"/>
            <ac:picMk id="7" creationId="{02665BCF-C639-5CFC-A055-F8FDD8B48197}"/>
          </ac:picMkLst>
        </pc:picChg>
      </pc:sldChg>
      <pc:sldChg chg="add del">
        <pc:chgData name="Uma Prasath" userId="10b5dc1d-bcdf-406c-b6a0-e384053d82c0" providerId="ADAL" clId="{717937F4-7F2C-45C3-A25D-0890813CE412}" dt="2023-02-15T20:48:47.093" v="194"/>
        <pc:sldMkLst>
          <pc:docMk/>
          <pc:sldMk cId="543855981" sldId="292"/>
        </pc:sldMkLst>
      </pc:sldChg>
      <pc:sldChg chg="addSp delSp modSp add mod">
        <pc:chgData name="Uma Prasath" userId="10b5dc1d-bcdf-406c-b6a0-e384053d82c0" providerId="ADAL" clId="{717937F4-7F2C-45C3-A25D-0890813CE412}" dt="2023-02-16T16:20:31.022" v="323" actId="20577"/>
        <pc:sldMkLst>
          <pc:docMk/>
          <pc:sldMk cId="4100161226" sldId="292"/>
        </pc:sldMkLst>
        <pc:spChg chg="mod">
          <ac:chgData name="Uma Prasath" userId="10b5dc1d-bcdf-406c-b6a0-e384053d82c0" providerId="ADAL" clId="{717937F4-7F2C-45C3-A25D-0890813CE412}" dt="2023-02-16T16:20:31.022" v="323" actId="20577"/>
          <ac:spMkLst>
            <pc:docMk/>
            <pc:sldMk cId="4100161226" sldId="292"/>
            <ac:spMk id="2" creationId="{330583D8-1DE3-DD62-105F-7F3F16AF6E91}"/>
          </ac:spMkLst>
        </pc:spChg>
        <pc:picChg chg="del">
          <ac:chgData name="Uma Prasath" userId="10b5dc1d-bcdf-406c-b6a0-e384053d82c0" providerId="ADAL" clId="{717937F4-7F2C-45C3-A25D-0890813CE412}" dt="2023-02-16T16:11:22.827" v="308" actId="478"/>
          <ac:picMkLst>
            <pc:docMk/>
            <pc:sldMk cId="4100161226" sldId="292"/>
            <ac:picMk id="4" creationId="{68EB6364-4C62-44B6-FBF7-5E4BF69162C5}"/>
          </ac:picMkLst>
        </pc:picChg>
        <pc:picChg chg="add mod">
          <ac:chgData name="Uma Prasath" userId="10b5dc1d-bcdf-406c-b6a0-e384053d82c0" providerId="ADAL" clId="{717937F4-7F2C-45C3-A25D-0890813CE412}" dt="2023-02-16T16:20:26.279" v="318" actId="1076"/>
          <ac:picMkLst>
            <pc:docMk/>
            <pc:sldMk cId="4100161226" sldId="292"/>
            <ac:picMk id="5" creationId="{ADB98422-1D6E-0C1F-ED70-B8B9D24DA091}"/>
          </ac:picMkLst>
        </pc:picChg>
      </pc:sldChg>
    </pc:docChg>
  </pc:docChgLst>
  <pc:docChgLst>
    <pc:chgData name="Karthiga Kari" userId="S::karthiga.kari-prt@alithya.com::4c093f53-ac1b-4ed6-bda0-a86aced2a8aa" providerId="AD" clId="Web-{BB3B5A25-822C-42E1-AA6B-01EE7B19284B}"/>
    <pc:docChg chg="addSld delSld modSld">
      <pc:chgData name="Karthiga Kari" userId="S::karthiga.kari-prt@alithya.com::4c093f53-ac1b-4ed6-bda0-a86aced2a8aa" providerId="AD" clId="Web-{BB3B5A25-822C-42E1-AA6B-01EE7B19284B}" dt="2023-02-16T18:20:18.321" v="188" actId="1076"/>
      <pc:docMkLst>
        <pc:docMk/>
      </pc:docMkLst>
      <pc:sldChg chg="addSp delSp modSp add del">
        <pc:chgData name="Karthiga Kari" userId="S::karthiga.kari-prt@alithya.com::4c093f53-ac1b-4ed6-bda0-a86aced2a8aa" providerId="AD" clId="Web-{BB3B5A25-822C-42E1-AA6B-01EE7B19284B}" dt="2023-02-16T18:01:25.589" v="53" actId="1076"/>
        <pc:sldMkLst>
          <pc:docMk/>
          <pc:sldMk cId="0" sldId="258"/>
        </pc:sldMkLst>
        <pc:spChg chg="mod">
          <ac:chgData name="Karthiga Kari" userId="S::karthiga.kari-prt@alithya.com::4c093f53-ac1b-4ed6-bda0-a86aced2a8aa" providerId="AD" clId="Web-{BB3B5A25-822C-42E1-AA6B-01EE7B19284B}" dt="2023-02-16T18:01:07.213" v="48" actId="20577"/>
          <ac:spMkLst>
            <pc:docMk/>
            <pc:sldMk cId="0" sldId="258"/>
            <ac:spMk id="129" creationId="{00000000-0000-0000-0000-000000000000}"/>
          </ac:spMkLst>
        </pc:spChg>
        <pc:spChg chg="mod">
          <ac:chgData name="Karthiga Kari" userId="S::karthiga.kari-prt@alithya.com::4c093f53-ac1b-4ed6-bda0-a86aced2a8aa" providerId="AD" clId="Web-{BB3B5A25-822C-42E1-AA6B-01EE7B19284B}" dt="2023-02-16T18:01:10.322" v="49" actId="1076"/>
          <ac:spMkLst>
            <pc:docMk/>
            <pc:sldMk cId="0" sldId="258"/>
            <ac:spMk id="130" creationId="{00000000-0000-0000-0000-000000000000}"/>
          </ac:spMkLst>
        </pc:spChg>
        <pc:picChg chg="mod">
          <ac:chgData name="Karthiga Kari" userId="S::karthiga.kari-prt@alithya.com::4c093f53-ac1b-4ed6-bda0-a86aced2a8aa" providerId="AD" clId="Web-{BB3B5A25-822C-42E1-AA6B-01EE7B19284B}" dt="2023-02-16T18:01:12.822" v="50" actId="1076"/>
          <ac:picMkLst>
            <pc:docMk/>
            <pc:sldMk cId="0" sldId="258"/>
            <ac:picMk id="2" creationId="{E0359601-BB2B-434D-8226-A3604B7E688C}"/>
          </ac:picMkLst>
        </pc:picChg>
        <pc:picChg chg="del">
          <ac:chgData name="Karthiga Kari" userId="S::karthiga.kari-prt@alithya.com::4c093f53-ac1b-4ed6-bda0-a86aced2a8aa" providerId="AD" clId="Web-{BB3B5A25-822C-42E1-AA6B-01EE7B19284B}" dt="2023-02-16T17:47:39.082" v="22"/>
          <ac:picMkLst>
            <pc:docMk/>
            <pc:sldMk cId="0" sldId="258"/>
            <ac:picMk id="3" creationId="{80FC7FD2-EFE0-D95E-E511-D001AAE0F7A8}"/>
          </ac:picMkLst>
        </pc:picChg>
        <pc:picChg chg="add del mod">
          <ac:chgData name="Karthiga Kari" userId="S::karthiga.kari-prt@alithya.com::4c093f53-ac1b-4ed6-bda0-a86aced2a8aa" providerId="AD" clId="Web-{BB3B5A25-822C-42E1-AA6B-01EE7B19284B}" dt="2023-02-16T17:59:33.991" v="31"/>
          <ac:picMkLst>
            <pc:docMk/>
            <pc:sldMk cId="0" sldId="258"/>
            <ac:picMk id="4" creationId="{90E5D85E-4E90-82CC-6766-DE6078A91DAD}"/>
          </ac:picMkLst>
        </pc:picChg>
        <pc:picChg chg="add mod">
          <ac:chgData name="Karthiga Kari" userId="S::karthiga.kari-prt@alithya.com::4c093f53-ac1b-4ed6-bda0-a86aced2a8aa" providerId="AD" clId="Web-{BB3B5A25-822C-42E1-AA6B-01EE7B19284B}" dt="2023-02-16T18:01:06.150" v="47" actId="1076"/>
          <ac:picMkLst>
            <pc:docMk/>
            <pc:sldMk cId="0" sldId="258"/>
            <ac:picMk id="5" creationId="{F1085EBC-5A91-40A2-205F-7EEC9776AD6E}"/>
          </ac:picMkLst>
        </pc:picChg>
        <pc:picChg chg="add mod">
          <ac:chgData name="Karthiga Kari" userId="S::karthiga.kari-prt@alithya.com::4c093f53-ac1b-4ed6-bda0-a86aced2a8aa" providerId="AD" clId="Web-{BB3B5A25-822C-42E1-AA6B-01EE7B19284B}" dt="2023-02-16T18:01:25.589" v="53" actId="1076"/>
          <ac:picMkLst>
            <pc:docMk/>
            <pc:sldMk cId="0" sldId="258"/>
            <ac:picMk id="6" creationId="{5F2DDF3A-821E-C26D-BBCA-BA75D161A821}"/>
          </ac:picMkLst>
        </pc:picChg>
        <pc:picChg chg="del">
          <ac:chgData name="Karthiga Kari" userId="S::karthiga.kari-prt@alithya.com::4c093f53-ac1b-4ed6-bda0-a86aced2a8aa" providerId="AD" clId="Web-{BB3B5A25-822C-42E1-AA6B-01EE7B19284B}" dt="2023-02-16T18:00:07.695" v="38"/>
          <ac:picMkLst>
            <pc:docMk/>
            <pc:sldMk cId="0" sldId="258"/>
            <ac:picMk id="131" creationId="{00000000-0000-0000-0000-000000000000}"/>
          </ac:picMkLst>
        </pc:picChg>
      </pc:sldChg>
      <pc:sldChg chg="modSp">
        <pc:chgData name="Karthiga Kari" userId="S::karthiga.kari-prt@alithya.com::4c093f53-ac1b-4ed6-bda0-a86aced2a8aa" providerId="AD" clId="Web-{BB3B5A25-822C-42E1-AA6B-01EE7B19284B}" dt="2023-02-16T17:43:15.356" v="6" actId="1076"/>
        <pc:sldMkLst>
          <pc:docMk/>
          <pc:sldMk cId="0" sldId="283"/>
        </pc:sldMkLst>
        <pc:grpChg chg="mod">
          <ac:chgData name="Karthiga Kari" userId="S::karthiga.kari-prt@alithya.com::4c093f53-ac1b-4ed6-bda0-a86aced2a8aa" providerId="AD" clId="Web-{BB3B5A25-822C-42E1-AA6B-01EE7B19284B}" dt="2023-02-16T17:41:52.948" v="1" actId="14100"/>
          <ac:grpSpMkLst>
            <pc:docMk/>
            <pc:sldMk cId="0" sldId="283"/>
            <ac:grpSpMk id="901" creationId="{00000000-0000-0000-0000-000000000000}"/>
          </ac:grpSpMkLst>
        </pc:grpChg>
        <pc:grpChg chg="mod">
          <ac:chgData name="Karthiga Kari" userId="S::karthiga.kari-prt@alithya.com::4c093f53-ac1b-4ed6-bda0-a86aced2a8aa" providerId="AD" clId="Web-{BB3B5A25-822C-42E1-AA6B-01EE7B19284B}" dt="2023-02-16T17:43:11.872" v="4" actId="1076"/>
          <ac:grpSpMkLst>
            <pc:docMk/>
            <pc:sldMk cId="0" sldId="283"/>
            <ac:grpSpMk id="945" creationId="{00000000-0000-0000-0000-000000000000}"/>
          </ac:grpSpMkLst>
        </pc:grpChg>
        <pc:picChg chg="mod">
          <ac:chgData name="Karthiga Kari" userId="S::karthiga.kari-prt@alithya.com::4c093f53-ac1b-4ed6-bda0-a86aced2a8aa" providerId="AD" clId="Web-{BB3B5A25-822C-42E1-AA6B-01EE7B19284B}" dt="2023-02-16T17:43:15.356" v="6" actId="1076"/>
          <ac:picMkLst>
            <pc:docMk/>
            <pc:sldMk cId="0" sldId="283"/>
            <ac:picMk id="969" creationId="{00000000-0000-0000-0000-000000000000}"/>
          </ac:picMkLst>
        </pc:picChg>
        <pc:picChg chg="mod">
          <ac:chgData name="Karthiga Kari" userId="S::karthiga.kari-prt@alithya.com::4c093f53-ac1b-4ed6-bda0-a86aced2a8aa" providerId="AD" clId="Web-{BB3B5A25-822C-42E1-AA6B-01EE7B19284B}" dt="2023-02-16T17:43:13.684" v="5" actId="1076"/>
          <ac:picMkLst>
            <pc:docMk/>
            <pc:sldMk cId="0" sldId="283"/>
            <ac:picMk id="970" creationId="{00000000-0000-0000-0000-000000000000}"/>
          </ac:picMkLst>
        </pc:picChg>
      </pc:sldChg>
      <pc:sldChg chg="addSp delSp modSp new">
        <pc:chgData name="Karthiga Kari" userId="S::karthiga.kari-prt@alithya.com::4c093f53-ac1b-4ed6-bda0-a86aced2a8aa" providerId="AD" clId="Web-{BB3B5A25-822C-42E1-AA6B-01EE7B19284B}" dt="2023-02-16T18:20:18.321" v="188" actId="1076"/>
        <pc:sldMkLst>
          <pc:docMk/>
          <pc:sldMk cId="1116643194" sldId="293"/>
        </pc:sldMkLst>
        <pc:spChg chg="add del mod">
          <ac:chgData name="Karthiga Kari" userId="S::karthiga.kari-prt@alithya.com::4c093f53-ac1b-4ed6-bda0-a86aced2a8aa" providerId="AD" clId="Web-{BB3B5A25-822C-42E1-AA6B-01EE7B19284B}" dt="2023-02-16T17:44:54.296" v="11"/>
          <ac:spMkLst>
            <pc:docMk/>
            <pc:sldMk cId="1116643194" sldId="293"/>
            <ac:spMk id="2" creationId="{703B93E6-5F64-A3F1-868D-57C4C3D03E9C}"/>
          </ac:spMkLst>
        </pc:spChg>
        <pc:spChg chg="add mod">
          <ac:chgData name="Karthiga Kari" userId="S::karthiga.kari-prt@alithya.com::4c093f53-ac1b-4ed6-bda0-a86aced2a8aa" providerId="AD" clId="Web-{BB3B5A25-822C-42E1-AA6B-01EE7B19284B}" dt="2023-02-16T18:19:23.648" v="186" actId="14100"/>
          <ac:spMkLst>
            <pc:docMk/>
            <pc:sldMk cId="1116643194" sldId="293"/>
            <ac:spMk id="27" creationId="{0EEFE0EF-BEA0-4CAB-3969-5AF4A6CE4C3D}"/>
          </ac:spMkLst>
        </pc:spChg>
        <pc:spChg chg="add mod">
          <ac:chgData name="Karthiga Kari" userId="S::karthiga.kari-prt@alithya.com::4c093f53-ac1b-4ed6-bda0-a86aced2a8aa" providerId="AD" clId="Web-{BB3B5A25-822C-42E1-AA6B-01EE7B19284B}" dt="2023-02-16T18:19:09.804" v="184" actId="1076"/>
          <ac:spMkLst>
            <pc:docMk/>
            <pc:sldMk cId="1116643194" sldId="293"/>
            <ac:spMk id="28" creationId="{626B6459-29B7-9750-059B-49826F75BEF5}"/>
          </ac:spMkLst>
        </pc:spChg>
        <pc:grpChg chg="add mod">
          <ac:chgData name="Karthiga Kari" userId="S::karthiga.kari-prt@alithya.com::4c093f53-ac1b-4ed6-bda0-a86aced2a8aa" providerId="AD" clId="Web-{BB3B5A25-822C-42E1-AA6B-01EE7B19284B}" dt="2023-02-16T18:19:06.788" v="183" actId="1076"/>
          <ac:grpSpMkLst>
            <pc:docMk/>
            <pc:sldMk cId="1116643194" sldId="293"/>
            <ac:grpSpMk id="26" creationId="{FB0839FF-291A-4657-5D83-D381025DFAFC}"/>
          </ac:grpSpMkLst>
        </pc:grpChg>
        <pc:picChg chg="add del mod">
          <ac:chgData name="Karthiga Kari" userId="S::karthiga.kari-prt@alithya.com::4c093f53-ac1b-4ed6-bda0-a86aced2a8aa" providerId="AD" clId="Web-{BB3B5A25-822C-42E1-AA6B-01EE7B19284B}" dt="2023-02-16T17:45:53.970" v="18"/>
          <ac:picMkLst>
            <pc:docMk/>
            <pc:sldMk cId="1116643194" sldId="293"/>
            <ac:picMk id="3" creationId="{9A94802B-D92F-6C63-279A-C26528A35511}"/>
          </ac:picMkLst>
        </pc:picChg>
        <pc:picChg chg="add del mod">
          <ac:chgData name="Karthiga Kari" userId="S::karthiga.kari-prt@alithya.com::4c093f53-ac1b-4ed6-bda0-a86aced2a8aa" providerId="AD" clId="Web-{BB3B5A25-822C-42E1-AA6B-01EE7B19284B}" dt="2023-02-16T17:45:55.861" v="19"/>
          <ac:picMkLst>
            <pc:docMk/>
            <pc:sldMk cId="1116643194" sldId="293"/>
            <ac:picMk id="4" creationId="{11D9E224-CE2E-02C7-A15F-1A0B06FCEBE7}"/>
          </ac:picMkLst>
        </pc:picChg>
        <pc:picChg chg="add mod">
          <ac:chgData name="Karthiga Kari" userId="S::karthiga.kari-prt@alithya.com::4c093f53-ac1b-4ed6-bda0-a86aced2a8aa" providerId="AD" clId="Web-{BB3B5A25-822C-42E1-AA6B-01EE7B19284B}" dt="2023-02-16T18:05:31.251" v="60" actId="14100"/>
          <ac:picMkLst>
            <pc:docMk/>
            <pc:sldMk cId="1116643194" sldId="293"/>
            <ac:picMk id="7" creationId="{0ED444F2-B51B-D0DE-FEC1-8B0AA8708806}"/>
          </ac:picMkLst>
        </pc:picChg>
        <pc:picChg chg="add mod">
          <ac:chgData name="Karthiga Kari" userId="S::karthiga.kari-prt@alithya.com::4c093f53-ac1b-4ed6-bda0-a86aced2a8aa" providerId="AD" clId="Web-{BB3B5A25-822C-42E1-AA6B-01EE7B19284B}" dt="2023-02-16T18:05:36.860" v="62" actId="1076"/>
          <ac:picMkLst>
            <pc:docMk/>
            <pc:sldMk cId="1116643194" sldId="293"/>
            <ac:picMk id="8" creationId="{33BBB1B2-AC06-1080-9578-E79AF17D1744}"/>
          </ac:picMkLst>
        </pc:picChg>
        <pc:picChg chg="add mod">
          <ac:chgData name="Karthiga Kari" userId="S::karthiga.kari-prt@alithya.com::4c093f53-ac1b-4ed6-bda0-a86aced2a8aa" providerId="AD" clId="Web-{BB3B5A25-822C-42E1-AA6B-01EE7B19284B}" dt="2023-02-16T18:06:12.596" v="65" actId="1076"/>
          <ac:picMkLst>
            <pc:docMk/>
            <pc:sldMk cId="1116643194" sldId="293"/>
            <ac:picMk id="9" creationId="{1170657D-75E8-A623-D126-EF7CE9518E0D}"/>
          </ac:picMkLst>
        </pc:picChg>
        <pc:picChg chg="add mod">
          <ac:chgData name="Karthiga Kari" userId="S::karthiga.kari-prt@alithya.com::4c093f53-ac1b-4ed6-bda0-a86aced2a8aa" providerId="AD" clId="Web-{BB3B5A25-822C-42E1-AA6B-01EE7B19284B}" dt="2023-02-16T18:06:35.252" v="70" actId="1076"/>
          <ac:picMkLst>
            <pc:docMk/>
            <pc:sldMk cId="1116643194" sldId="293"/>
            <ac:picMk id="10" creationId="{0EA2A8FF-0B4F-80BF-D2C8-C76488AE4236}"/>
          </ac:picMkLst>
        </pc:picChg>
        <pc:picChg chg="add del mod">
          <ac:chgData name="Karthiga Kari" userId="S::karthiga.kari-prt@alithya.com::4c093f53-ac1b-4ed6-bda0-a86aced2a8aa" providerId="AD" clId="Web-{BB3B5A25-822C-42E1-AA6B-01EE7B19284B}" dt="2023-02-16T18:07:28.285" v="77"/>
          <ac:picMkLst>
            <pc:docMk/>
            <pc:sldMk cId="1116643194" sldId="293"/>
            <ac:picMk id="11" creationId="{2331A463-7956-CE7C-AC18-9DC20BDED75A}"/>
          </ac:picMkLst>
        </pc:picChg>
        <pc:picChg chg="add mod">
          <ac:chgData name="Karthiga Kari" userId="S::karthiga.kari-prt@alithya.com::4c093f53-ac1b-4ed6-bda0-a86aced2a8aa" providerId="AD" clId="Web-{BB3B5A25-822C-42E1-AA6B-01EE7B19284B}" dt="2023-02-16T18:07:41.645" v="80" actId="14100"/>
          <ac:picMkLst>
            <pc:docMk/>
            <pc:sldMk cId="1116643194" sldId="293"/>
            <ac:picMk id="12" creationId="{D2867413-BC72-78C0-474C-594391552934}"/>
          </ac:picMkLst>
        </pc:picChg>
        <pc:picChg chg="add mod">
          <ac:chgData name="Karthiga Kari" userId="S::karthiga.kari-prt@alithya.com::4c093f53-ac1b-4ed6-bda0-a86aced2a8aa" providerId="AD" clId="Web-{BB3B5A25-822C-42E1-AA6B-01EE7B19284B}" dt="2023-02-16T18:09:09.194" v="88" actId="1076"/>
          <ac:picMkLst>
            <pc:docMk/>
            <pc:sldMk cId="1116643194" sldId="293"/>
            <ac:picMk id="13" creationId="{D84C8E8B-883E-9AC6-CD13-F60DECDB0F83}"/>
          </ac:picMkLst>
        </pc:picChg>
        <pc:picChg chg="add mod">
          <ac:chgData name="Karthiga Kari" userId="S::karthiga.kari-prt@alithya.com::4c093f53-ac1b-4ed6-bda0-a86aced2a8aa" providerId="AD" clId="Web-{BB3B5A25-822C-42E1-AA6B-01EE7B19284B}" dt="2023-02-16T18:08:58.537" v="86" actId="1076"/>
          <ac:picMkLst>
            <pc:docMk/>
            <pc:sldMk cId="1116643194" sldId="293"/>
            <ac:picMk id="14" creationId="{5DFD443B-E2E6-BC46-580E-D8B15D66E3F2}"/>
          </ac:picMkLst>
        </pc:picChg>
        <pc:picChg chg="add mod">
          <ac:chgData name="Karthiga Kari" userId="S::karthiga.kari-prt@alithya.com::4c093f53-ac1b-4ed6-bda0-a86aced2a8aa" providerId="AD" clId="Web-{BB3B5A25-822C-42E1-AA6B-01EE7B19284B}" dt="2023-02-16T18:09:23.741" v="93" actId="14100"/>
          <ac:picMkLst>
            <pc:docMk/>
            <pc:sldMk cId="1116643194" sldId="293"/>
            <ac:picMk id="15" creationId="{0CECAFE1-3A01-6B9A-66CC-2F92282332F3}"/>
          </ac:picMkLst>
        </pc:picChg>
        <pc:picChg chg="add mod">
          <ac:chgData name="Karthiga Kari" userId="S::karthiga.kari-prt@alithya.com::4c093f53-ac1b-4ed6-bda0-a86aced2a8aa" providerId="AD" clId="Web-{BB3B5A25-822C-42E1-AA6B-01EE7B19284B}" dt="2023-02-16T18:11:17.557" v="106" actId="1076"/>
          <ac:picMkLst>
            <pc:docMk/>
            <pc:sldMk cId="1116643194" sldId="293"/>
            <ac:picMk id="16" creationId="{05968141-CBE0-AA32-708B-A82974B5E802}"/>
          </ac:picMkLst>
        </pc:picChg>
        <pc:picChg chg="add del mod">
          <ac:chgData name="Karthiga Kari" userId="S::karthiga.kari-prt@alithya.com::4c093f53-ac1b-4ed6-bda0-a86aced2a8aa" providerId="AD" clId="Web-{BB3B5A25-822C-42E1-AA6B-01EE7B19284B}" dt="2023-02-16T18:12:42.278" v="127"/>
          <ac:picMkLst>
            <pc:docMk/>
            <pc:sldMk cId="1116643194" sldId="293"/>
            <ac:picMk id="17" creationId="{3165ACA0-0A39-B740-CB7E-EDD9E73DB5FE}"/>
          </ac:picMkLst>
        </pc:picChg>
        <pc:picChg chg="add mod">
          <ac:chgData name="Karthiga Kari" userId="S::karthiga.kari-prt@alithya.com::4c093f53-ac1b-4ed6-bda0-a86aced2a8aa" providerId="AD" clId="Web-{BB3B5A25-822C-42E1-AA6B-01EE7B19284B}" dt="2023-02-16T18:11:34.260" v="111" actId="1076"/>
          <ac:picMkLst>
            <pc:docMk/>
            <pc:sldMk cId="1116643194" sldId="293"/>
            <ac:picMk id="18" creationId="{CBCA6850-F5A1-88EF-D472-F6549126A4C3}"/>
          </ac:picMkLst>
        </pc:picChg>
        <pc:picChg chg="add del mod">
          <ac:chgData name="Karthiga Kari" userId="S::karthiga.kari-prt@alithya.com::4c093f53-ac1b-4ed6-bda0-a86aced2a8aa" providerId="AD" clId="Web-{BB3B5A25-822C-42E1-AA6B-01EE7B19284B}" dt="2023-02-16T18:12:02.933" v="117"/>
          <ac:picMkLst>
            <pc:docMk/>
            <pc:sldMk cId="1116643194" sldId="293"/>
            <ac:picMk id="19" creationId="{AB0F16F4-E3AA-C953-E59A-CE0AFBD0AE2B}"/>
          </ac:picMkLst>
        </pc:picChg>
        <pc:picChg chg="add del mod">
          <ac:chgData name="Karthiga Kari" userId="S::karthiga.kari-prt@alithya.com::4c093f53-ac1b-4ed6-bda0-a86aced2a8aa" providerId="AD" clId="Web-{BB3B5A25-822C-42E1-AA6B-01EE7B19284B}" dt="2023-02-16T18:12:36.090" v="126"/>
          <ac:picMkLst>
            <pc:docMk/>
            <pc:sldMk cId="1116643194" sldId="293"/>
            <ac:picMk id="20" creationId="{E84930CB-5F5A-BF39-05FD-A84B9B51AE1F}"/>
          </ac:picMkLst>
        </pc:picChg>
        <pc:picChg chg="add mod">
          <ac:chgData name="Karthiga Kari" userId="S::karthiga.kari-prt@alithya.com::4c093f53-ac1b-4ed6-bda0-a86aced2a8aa" providerId="AD" clId="Web-{BB3B5A25-822C-42E1-AA6B-01EE7B19284B}" dt="2023-02-16T18:13:31.592" v="138" actId="14100"/>
          <ac:picMkLst>
            <pc:docMk/>
            <pc:sldMk cId="1116643194" sldId="293"/>
            <ac:picMk id="23" creationId="{1EEC470E-08A7-40B9-1BBC-639E3D6E869C}"/>
          </ac:picMkLst>
        </pc:picChg>
        <pc:picChg chg="add mod">
          <ac:chgData name="Karthiga Kari" userId="S::karthiga.kari-prt@alithya.com::4c093f53-ac1b-4ed6-bda0-a86aced2a8aa" providerId="AD" clId="Web-{BB3B5A25-822C-42E1-AA6B-01EE7B19284B}" dt="2023-02-16T18:14:19.812" v="144" actId="1076"/>
          <ac:picMkLst>
            <pc:docMk/>
            <pc:sldMk cId="1116643194" sldId="293"/>
            <ac:picMk id="24" creationId="{EC81C21E-F4CA-D473-C0D6-BB1F93F0C96E}"/>
          </ac:picMkLst>
        </pc:picChg>
        <pc:picChg chg="add mod">
          <ac:chgData name="Karthiga Kari" userId="S::karthiga.kari-prt@alithya.com::4c093f53-ac1b-4ed6-bda0-a86aced2a8aa" providerId="AD" clId="Web-{BB3B5A25-822C-42E1-AA6B-01EE7B19284B}" dt="2023-02-16T18:14:48.937" v="150" actId="14100"/>
          <ac:picMkLst>
            <pc:docMk/>
            <pc:sldMk cId="1116643194" sldId="293"/>
            <ac:picMk id="25" creationId="{AE33F2CB-02A5-919B-DAF3-D1E057BC71AF}"/>
          </ac:picMkLst>
        </pc:picChg>
        <pc:picChg chg="add mod">
          <ac:chgData name="Karthiga Kari" userId="S::karthiga.kari-prt@alithya.com::4c093f53-ac1b-4ed6-bda0-a86aced2a8aa" providerId="AD" clId="Web-{BB3B5A25-822C-42E1-AA6B-01EE7B19284B}" dt="2023-02-16T18:20:18.321" v="188" actId="1076"/>
          <ac:picMkLst>
            <pc:docMk/>
            <pc:sldMk cId="1116643194" sldId="293"/>
            <ac:picMk id="30" creationId="{BD1A8533-921B-D9EB-D0B7-D556724EAE22}"/>
          </ac:picMkLst>
        </pc:picChg>
        <pc:cxnChg chg="add mod">
          <ac:chgData name="Karthiga Kari" userId="S::karthiga.kari-prt@alithya.com::4c093f53-ac1b-4ed6-bda0-a86aced2a8aa" providerId="AD" clId="Web-{BB3B5A25-822C-42E1-AA6B-01EE7B19284B}" dt="2023-02-16T18:13:02.653" v="131"/>
          <ac:cxnSpMkLst>
            <pc:docMk/>
            <pc:sldMk cId="1116643194" sldId="293"/>
            <ac:cxnSpMk id="21" creationId="{2BC347C8-481D-1D5C-2C11-E9A0BC13D367}"/>
          </ac:cxnSpMkLst>
        </pc:cxnChg>
        <pc:cxnChg chg="add mod">
          <ac:chgData name="Karthiga Kari" userId="S::karthiga.kari-prt@alithya.com::4c093f53-ac1b-4ed6-bda0-a86aced2a8aa" providerId="AD" clId="Web-{BB3B5A25-822C-42E1-AA6B-01EE7B19284B}" dt="2023-02-16T18:13:15.013" v="134" actId="14100"/>
          <ac:cxnSpMkLst>
            <pc:docMk/>
            <pc:sldMk cId="1116643194" sldId="293"/>
            <ac:cxnSpMk id="22" creationId="{DB747223-9A20-C725-8B00-96C92A0B3106}"/>
          </ac:cxnSpMkLst>
        </pc:cxnChg>
      </pc:sldChg>
    </pc:docChg>
  </pc:docChgLst>
  <pc:docChgLst>
    <pc:chgData name="Uma Prasath" userId="S::uma.prasath-prt@alithya.com::10b5dc1d-bcdf-406c-b6a0-e384053d82c0" providerId="AD" clId="Web-{4539AA67-35AD-5F78-9F2B-D9CEE947283E}"/>
    <pc:docChg chg="modSld">
      <pc:chgData name="Uma Prasath" userId="S::uma.prasath-prt@alithya.com::10b5dc1d-bcdf-406c-b6a0-e384053d82c0" providerId="AD" clId="Web-{4539AA67-35AD-5F78-9F2B-D9CEE947283E}" dt="2023-02-16T18:13:56.047" v="144" actId="1076"/>
      <pc:docMkLst>
        <pc:docMk/>
      </pc:docMkLst>
      <pc:sldChg chg="modSp">
        <pc:chgData name="Uma Prasath" userId="S::uma.prasath-prt@alithya.com::10b5dc1d-bcdf-406c-b6a0-e384053d82c0" providerId="AD" clId="Web-{4539AA67-35AD-5F78-9F2B-D9CEE947283E}" dt="2023-02-16T18:11:30.933" v="136" actId="20577"/>
        <pc:sldMkLst>
          <pc:docMk/>
          <pc:sldMk cId="0" sldId="257"/>
        </pc:sldMkLst>
        <pc:spChg chg="mod">
          <ac:chgData name="Uma Prasath" userId="S::uma.prasath-prt@alithya.com::10b5dc1d-bcdf-406c-b6a0-e384053d82c0" providerId="AD" clId="Web-{4539AA67-35AD-5F78-9F2B-D9CEE947283E}" dt="2023-02-16T18:11:30.933" v="136" actId="20577"/>
          <ac:spMkLst>
            <pc:docMk/>
            <pc:sldMk cId="0" sldId="257"/>
            <ac:spMk id="124" creationId="{00000000-0000-0000-0000-000000000000}"/>
          </ac:spMkLst>
        </pc:spChg>
      </pc:sldChg>
      <pc:sldChg chg="modSp">
        <pc:chgData name="Uma Prasath" userId="S::uma.prasath-prt@alithya.com::10b5dc1d-bcdf-406c-b6a0-e384053d82c0" providerId="AD" clId="Web-{4539AA67-35AD-5F78-9F2B-D9CEE947283E}" dt="2023-02-16T18:12:16.169" v="140" actId="1076"/>
        <pc:sldMkLst>
          <pc:docMk/>
          <pc:sldMk cId="0" sldId="258"/>
        </pc:sldMkLst>
        <pc:spChg chg="mod">
          <ac:chgData name="Uma Prasath" userId="S::uma.prasath-prt@alithya.com::10b5dc1d-bcdf-406c-b6a0-e384053d82c0" providerId="AD" clId="Web-{4539AA67-35AD-5F78-9F2B-D9CEE947283E}" dt="2023-02-16T18:11:55.527" v="138" actId="1076"/>
          <ac:spMkLst>
            <pc:docMk/>
            <pc:sldMk cId="0" sldId="258"/>
            <ac:spMk id="129" creationId="{00000000-0000-0000-0000-000000000000}"/>
          </ac:spMkLst>
        </pc:spChg>
        <pc:picChg chg="mod">
          <ac:chgData name="Uma Prasath" userId="S::uma.prasath-prt@alithya.com::10b5dc1d-bcdf-406c-b6a0-e384053d82c0" providerId="AD" clId="Web-{4539AA67-35AD-5F78-9F2B-D9CEE947283E}" dt="2023-02-16T18:11:47.496" v="137" actId="1076"/>
          <ac:picMkLst>
            <pc:docMk/>
            <pc:sldMk cId="0" sldId="258"/>
            <ac:picMk id="5" creationId="{F1085EBC-5A91-40A2-205F-7EEC9776AD6E}"/>
          </ac:picMkLst>
        </pc:picChg>
        <pc:picChg chg="mod">
          <ac:chgData name="Uma Prasath" userId="S::uma.prasath-prt@alithya.com::10b5dc1d-bcdf-406c-b6a0-e384053d82c0" providerId="AD" clId="Web-{4539AA67-35AD-5F78-9F2B-D9CEE947283E}" dt="2023-02-16T18:12:16.169" v="140" actId="1076"/>
          <ac:picMkLst>
            <pc:docMk/>
            <pc:sldMk cId="0" sldId="258"/>
            <ac:picMk id="6" creationId="{5F2DDF3A-821E-C26D-BBCA-BA75D161A821}"/>
          </ac:picMkLst>
        </pc:picChg>
      </pc:sldChg>
      <pc:sldChg chg="modSp">
        <pc:chgData name="Uma Prasath" userId="S::uma.prasath-prt@alithya.com::10b5dc1d-bcdf-406c-b6a0-e384053d82c0" providerId="AD" clId="Web-{4539AA67-35AD-5F78-9F2B-D9CEE947283E}" dt="2023-02-16T18:13:56.047" v="144" actId="1076"/>
        <pc:sldMkLst>
          <pc:docMk/>
          <pc:sldMk cId="0" sldId="260"/>
        </pc:sldMkLst>
        <pc:picChg chg="mod">
          <ac:chgData name="Uma Prasath" userId="S::uma.prasath-prt@alithya.com::10b5dc1d-bcdf-406c-b6a0-e384053d82c0" providerId="AD" clId="Web-{4539AA67-35AD-5F78-9F2B-D9CEE947283E}" dt="2023-02-16T18:13:56.047" v="144" actId="1076"/>
          <ac:picMkLst>
            <pc:docMk/>
            <pc:sldMk cId="0" sldId="260"/>
            <ac:picMk id="3" creationId="{53E32EB8-B8FF-FDFD-7525-0B674EC6A01E}"/>
          </ac:picMkLst>
        </pc:picChg>
      </pc:sldChg>
    </pc:docChg>
  </pc:docChgLst>
  <pc:docChgLst>
    <pc:chgData name="Karthiga Kari" userId="S::karthiga.kari-prt@alithya.com::4c093f53-ac1b-4ed6-bda0-a86aced2a8aa" providerId="AD" clId="Web-{2AF60153-3330-43A0-9603-471FCD6DA276}"/>
    <pc:docChg chg="modSld">
      <pc:chgData name="Karthiga Kari" userId="S::karthiga.kari-prt@alithya.com::4c093f53-ac1b-4ed6-bda0-a86aced2a8aa" providerId="AD" clId="Web-{2AF60153-3330-43A0-9603-471FCD6DA276}" dt="2023-02-16T20:37:38.927" v="12" actId="20577"/>
      <pc:docMkLst>
        <pc:docMk/>
      </pc:docMkLst>
      <pc:sldChg chg="addSp delSp modSp">
        <pc:chgData name="Karthiga Kari" userId="S::karthiga.kari-prt@alithya.com::4c093f53-ac1b-4ed6-bda0-a86aced2a8aa" providerId="AD" clId="Web-{2AF60153-3330-43A0-9603-471FCD6DA276}" dt="2023-02-16T20:37:38.927" v="12" actId="20577"/>
        <pc:sldMkLst>
          <pc:docMk/>
          <pc:sldMk cId="1629636643" sldId="296"/>
        </pc:sldMkLst>
        <pc:spChg chg="mod">
          <ac:chgData name="Karthiga Kari" userId="S::karthiga.kari-prt@alithya.com::4c093f53-ac1b-4ed6-bda0-a86aced2a8aa" providerId="AD" clId="Web-{2AF60153-3330-43A0-9603-471FCD6DA276}" dt="2023-02-16T20:37:38.927" v="12" actId="20577"/>
          <ac:spMkLst>
            <pc:docMk/>
            <pc:sldMk cId="1629636643" sldId="296"/>
            <ac:spMk id="262" creationId="{00000000-0000-0000-0000-000000000000}"/>
          </ac:spMkLst>
        </pc:spChg>
        <pc:cxnChg chg="del">
          <ac:chgData name="Karthiga Kari" userId="S::karthiga.kari-prt@alithya.com::4c093f53-ac1b-4ed6-bda0-a86aced2a8aa" providerId="AD" clId="Web-{2AF60153-3330-43A0-9603-471FCD6DA276}" dt="2023-02-16T20:29:15.611" v="0"/>
          <ac:cxnSpMkLst>
            <pc:docMk/>
            <pc:sldMk cId="1629636643" sldId="296"/>
            <ac:cxnSpMk id="22" creationId="{12B752E3-D7AA-82B8-3915-E070A3654494}"/>
          </ac:cxnSpMkLst>
        </pc:cxnChg>
        <pc:cxnChg chg="del mod">
          <ac:chgData name="Karthiga Kari" userId="S::karthiga.kari-prt@alithya.com::4c093f53-ac1b-4ed6-bda0-a86aced2a8aa" providerId="AD" clId="Web-{2AF60153-3330-43A0-9603-471FCD6DA276}" dt="2023-02-16T20:29:57.941" v="4"/>
          <ac:cxnSpMkLst>
            <pc:docMk/>
            <pc:sldMk cId="1629636643" sldId="296"/>
            <ac:cxnSpMk id="23" creationId="{1CB59877-60B7-0857-F272-A2194F42ACBC}"/>
          </ac:cxnSpMkLst>
        </pc:cxnChg>
        <pc:cxnChg chg="add del mod">
          <ac:chgData name="Karthiga Kari" userId="S::karthiga.kari-prt@alithya.com::4c093f53-ac1b-4ed6-bda0-a86aced2a8aa" providerId="AD" clId="Web-{2AF60153-3330-43A0-9603-471FCD6DA276}" dt="2023-02-16T20:30:27.520" v="10"/>
          <ac:cxnSpMkLst>
            <pc:docMk/>
            <pc:sldMk cId="1629636643" sldId="296"/>
            <ac:cxnSpMk id="24" creationId="{249A6083-ECCD-C610-3AA9-15AA33D822BB}"/>
          </ac:cxnSpMkLst>
        </pc:cxnChg>
      </pc:sldChg>
    </pc:docChg>
  </pc:docChgLst>
  <pc:docChgLst>
    <pc:chgData name="Vivek Srinivasan" userId="S::vivek.srinivasan@alithya.com::97bf6056-4f3d-4a10-acd8-564e79fd3a49" providerId="AD" clId="Web-{E254A7B4-D745-461E-A9CD-6D99BB3F97BF}"/>
    <pc:docChg chg="modSld">
      <pc:chgData name="Vivek Srinivasan" userId="S::vivek.srinivasan@alithya.com::97bf6056-4f3d-4a10-acd8-564e79fd3a49" providerId="AD" clId="Web-{E254A7B4-D745-461E-A9CD-6D99BB3F97BF}" dt="2023-02-20T20:29:42.808" v="687"/>
      <pc:docMkLst>
        <pc:docMk/>
      </pc:docMkLst>
      <pc:sldChg chg="modSp">
        <pc:chgData name="Vivek Srinivasan" userId="S::vivek.srinivasan@alithya.com::97bf6056-4f3d-4a10-acd8-564e79fd3a49" providerId="AD" clId="Web-{E254A7B4-D745-461E-A9CD-6D99BB3F97BF}" dt="2023-02-20T20:29:42.808" v="687"/>
        <pc:sldMkLst>
          <pc:docMk/>
          <pc:sldMk cId="2937452749" sldId="303"/>
        </pc:sldMkLst>
        <pc:graphicFrameChg chg="mod modGraphic">
          <ac:chgData name="Vivek Srinivasan" userId="S::vivek.srinivasan@alithya.com::97bf6056-4f3d-4a10-acd8-564e79fd3a49" providerId="AD" clId="Web-{E254A7B4-D745-461E-A9CD-6D99BB3F97BF}" dt="2023-02-20T20:29:42.808" v="687"/>
          <ac:graphicFrameMkLst>
            <pc:docMk/>
            <pc:sldMk cId="2937452749" sldId="303"/>
            <ac:graphicFrameMk id="2" creationId="{495D6E7B-34E0-3EDA-54B1-56B869A72E41}"/>
          </ac:graphicFrameMkLst>
        </pc:graphicFrameChg>
      </pc:sldChg>
    </pc:docChg>
  </pc:docChgLst>
  <pc:docChgLst>
    <pc:chgData name="Uma Prasath" userId="S::uma.prasath-prt@alithya.com::10b5dc1d-bcdf-406c-b6a0-e384053d82c0" providerId="AD" clId="Web-{CA18818D-4A04-EA94-E686-2EB602B229B8}"/>
    <pc:docChg chg="modSld">
      <pc:chgData name="Uma Prasath" userId="S::uma.prasath-prt@alithya.com::10b5dc1d-bcdf-406c-b6a0-e384053d82c0" providerId="AD" clId="Web-{CA18818D-4A04-EA94-E686-2EB602B229B8}" dt="2023-02-13T15:21:51.754" v="160"/>
      <pc:docMkLst>
        <pc:docMk/>
      </pc:docMkLst>
      <pc:sldChg chg="addSp delSp modSp">
        <pc:chgData name="Uma Prasath" userId="S::uma.prasath-prt@alithya.com::10b5dc1d-bcdf-406c-b6a0-e384053d82c0" providerId="AD" clId="Web-{CA18818D-4A04-EA94-E686-2EB602B229B8}" dt="2023-02-13T15:21:51.754" v="160"/>
        <pc:sldMkLst>
          <pc:docMk/>
          <pc:sldMk cId="0" sldId="262"/>
        </pc:sldMkLst>
        <pc:graphicFrameChg chg="add del mod">
          <ac:chgData name="Uma Prasath" userId="S::uma.prasath-prt@alithya.com::10b5dc1d-bcdf-406c-b6a0-e384053d82c0" providerId="AD" clId="Web-{CA18818D-4A04-EA94-E686-2EB602B229B8}" dt="2023-02-13T15:16:52.025" v="66"/>
          <ac:graphicFrameMkLst>
            <pc:docMk/>
            <pc:sldMk cId="0" sldId="262"/>
            <ac:graphicFrameMk id="3" creationId="{8D5C2DCD-8B7C-F3B0-CA77-6DD877A5ADD6}"/>
          </ac:graphicFrameMkLst>
        </pc:graphicFrameChg>
        <pc:graphicFrameChg chg="mod modGraphic">
          <ac:chgData name="Uma Prasath" userId="S::uma.prasath-prt@alithya.com::10b5dc1d-bcdf-406c-b6a0-e384053d82c0" providerId="AD" clId="Web-{CA18818D-4A04-EA94-E686-2EB602B229B8}" dt="2023-02-13T15:21:51.754" v="160"/>
          <ac:graphicFrameMkLst>
            <pc:docMk/>
            <pc:sldMk cId="0" sldId="262"/>
            <ac:graphicFrameMk id="151" creationId="{00000000-0000-0000-0000-000000000000}"/>
          </ac:graphicFrameMkLst>
        </pc:graphicFrameChg>
      </pc:sldChg>
    </pc:docChg>
  </pc:docChgLst>
  <pc:docChgLst>
    <pc:chgData name="Uma Prasath" userId="S::uma.prasath-prt@alithya.com::10b5dc1d-bcdf-406c-b6a0-e384053d82c0" providerId="AD" clId="Web-{E369F414-E2B4-16C6-9538-5FDDBCE9B0F3}"/>
    <pc:docChg chg="modSld">
      <pc:chgData name="Uma Prasath" userId="S::uma.prasath-prt@alithya.com::10b5dc1d-bcdf-406c-b6a0-e384053d82c0" providerId="AD" clId="Web-{E369F414-E2B4-16C6-9538-5FDDBCE9B0F3}" dt="2023-02-16T20:56:52.109" v="3" actId="1076"/>
      <pc:docMkLst>
        <pc:docMk/>
      </pc:docMkLst>
      <pc:sldChg chg="modSp">
        <pc:chgData name="Uma Prasath" userId="S::uma.prasath-prt@alithya.com::10b5dc1d-bcdf-406c-b6a0-e384053d82c0" providerId="AD" clId="Web-{E369F414-E2B4-16C6-9538-5FDDBCE9B0F3}" dt="2023-02-16T20:56:52.109" v="3" actId="1076"/>
        <pc:sldMkLst>
          <pc:docMk/>
          <pc:sldMk cId="0" sldId="258"/>
        </pc:sldMkLst>
        <pc:picChg chg="mod">
          <ac:chgData name="Uma Prasath" userId="S::uma.prasath-prt@alithya.com::10b5dc1d-bcdf-406c-b6a0-e384053d82c0" providerId="AD" clId="Web-{E369F414-E2B4-16C6-9538-5FDDBCE9B0F3}" dt="2023-02-16T20:56:52.109" v="3" actId="1076"/>
          <ac:picMkLst>
            <pc:docMk/>
            <pc:sldMk cId="0" sldId="258"/>
            <ac:picMk id="5" creationId="{F1085EBC-5A91-40A2-205F-7EEC9776AD6E}"/>
          </ac:picMkLst>
        </pc:picChg>
      </pc:sldChg>
    </pc:docChg>
  </pc:docChgLst>
  <pc:docChgLst>
    <pc:chgData name="Vijayalaxmi Sonnad" userId="S::vijayalaxmi.sonnad-prt@alithya.com::e4391ab6-26dd-4c71-af86-dbf0b346ca13" providerId="AD" clId="Web-{2F805D3C-819B-4251-9170-7D9AF0A45E1B}"/>
    <pc:docChg chg="addSld delSld modSld">
      <pc:chgData name="Vijayalaxmi Sonnad" userId="S::vijayalaxmi.sonnad-prt@alithya.com::e4391ab6-26dd-4c71-af86-dbf0b346ca13" providerId="AD" clId="Web-{2F805D3C-819B-4251-9170-7D9AF0A45E1B}" dt="2023-02-16T19:32:02.532" v="480"/>
      <pc:docMkLst>
        <pc:docMk/>
      </pc:docMkLst>
      <pc:sldChg chg="addSp delSp modSp">
        <pc:chgData name="Vijayalaxmi Sonnad" userId="S::vijayalaxmi.sonnad-prt@alithya.com::e4391ab6-26dd-4c71-af86-dbf0b346ca13" providerId="AD" clId="Web-{2F805D3C-819B-4251-9170-7D9AF0A45E1B}" dt="2023-02-16T18:01:51.156" v="3"/>
        <pc:sldMkLst>
          <pc:docMk/>
          <pc:sldMk cId="1116643194" sldId="293"/>
        </pc:sldMkLst>
        <pc:picChg chg="add del mod">
          <ac:chgData name="Vijayalaxmi Sonnad" userId="S::vijayalaxmi.sonnad-prt@alithya.com::e4391ab6-26dd-4c71-af86-dbf0b346ca13" providerId="AD" clId="Web-{2F805D3C-819B-4251-9170-7D9AF0A45E1B}" dt="2023-02-16T18:01:51.156" v="3"/>
          <ac:picMkLst>
            <pc:docMk/>
            <pc:sldMk cId="1116643194" sldId="293"/>
            <ac:picMk id="5" creationId="{657FA9AA-A2DD-1567-BA8F-058B82A4D1BD}"/>
          </ac:picMkLst>
        </pc:picChg>
        <pc:picChg chg="add del mod">
          <ac:chgData name="Vijayalaxmi Sonnad" userId="S::vijayalaxmi.sonnad-prt@alithya.com::e4391ab6-26dd-4c71-af86-dbf0b346ca13" providerId="AD" clId="Web-{2F805D3C-819B-4251-9170-7D9AF0A45E1B}" dt="2023-02-16T18:01:48.281" v="2"/>
          <ac:picMkLst>
            <pc:docMk/>
            <pc:sldMk cId="1116643194" sldId="293"/>
            <ac:picMk id="6" creationId="{8769B4CF-D0EA-4930-081E-CAE0670B0D50}"/>
          </ac:picMkLst>
        </pc:picChg>
      </pc:sldChg>
      <pc:sldChg chg="addSp delSp modSp new del">
        <pc:chgData name="Vijayalaxmi Sonnad" userId="S::vijayalaxmi.sonnad-prt@alithya.com::e4391ab6-26dd-4c71-af86-dbf0b346ca13" providerId="AD" clId="Web-{2F805D3C-819B-4251-9170-7D9AF0A45E1B}" dt="2023-02-16T18:15:36.486" v="26"/>
        <pc:sldMkLst>
          <pc:docMk/>
          <pc:sldMk cId="286531390" sldId="294"/>
        </pc:sldMkLst>
        <pc:picChg chg="add del mod">
          <ac:chgData name="Vijayalaxmi Sonnad" userId="S::vijayalaxmi.sonnad-prt@alithya.com::e4391ab6-26dd-4c71-af86-dbf0b346ca13" providerId="AD" clId="Web-{2F805D3C-819B-4251-9170-7D9AF0A45E1B}" dt="2023-02-16T18:11:48.404" v="14"/>
          <ac:picMkLst>
            <pc:docMk/>
            <pc:sldMk cId="286531390" sldId="294"/>
            <ac:picMk id="2" creationId="{DD0AA0FB-26F7-492D-B0B3-0F1DA1DA7238}"/>
          </ac:picMkLst>
        </pc:picChg>
        <pc:picChg chg="add del mod">
          <ac:chgData name="Vijayalaxmi Sonnad" userId="S::vijayalaxmi.sonnad-prt@alithya.com::e4391ab6-26dd-4c71-af86-dbf0b346ca13" providerId="AD" clId="Web-{2F805D3C-819B-4251-9170-7D9AF0A45E1B}" dt="2023-02-16T18:12:01.013" v="16"/>
          <ac:picMkLst>
            <pc:docMk/>
            <pc:sldMk cId="286531390" sldId="294"/>
            <ac:picMk id="3" creationId="{91C5AADF-EC5E-9741-DCB1-6B85B5ED909A}"/>
          </ac:picMkLst>
        </pc:picChg>
        <pc:picChg chg="add del mod">
          <ac:chgData name="Vijayalaxmi Sonnad" userId="S::vijayalaxmi.sonnad-prt@alithya.com::e4391ab6-26dd-4c71-af86-dbf0b346ca13" providerId="AD" clId="Web-{2F805D3C-819B-4251-9170-7D9AF0A45E1B}" dt="2023-02-16T18:12:19.311" v="18"/>
          <ac:picMkLst>
            <pc:docMk/>
            <pc:sldMk cId="286531390" sldId="294"/>
            <ac:picMk id="4" creationId="{0D0E811C-A688-9643-36BB-BB876423B3A7}"/>
          </ac:picMkLst>
        </pc:picChg>
        <pc:picChg chg="add del mod">
          <ac:chgData name="Vijayalaxmi Sonnad" userId="S::vijayalaxmi.sonnad-prt@alithya.com::e4391ab6-26dd-4c71-af86-dbf0b346ca13" providerId="AD" clId="Web-{2F805D3C-819B-4251-9170-7D9AF0A45E1B}" dt="2023-02-16T18:13:29.593" v="21"/>
          <ac:picMkLst>
            <pc:docMk/>
            <pc:sldMk cId="286531390" sldId="294"/>
            <ac:picMk id="5" creationId="{1AB31D08-DF4F-4C5B-10B5-EF1725E2283D}"/>
          </ac:picMkLst>
        </pc:picChg>
        <pc:picChg chg="add del mod">
          <ac:chgData name="Vijayalaxmi Sonnad" userId="S::vijayalaxmi.sonnad-prt@alithya.com::e4391ab6-26dd-4c71-af86-dbf0b346ca13" providerId="AD" clId="Web-{2F805D3C-819B-4251-9170-7D9AF0A45E1B}" dt="2023-02-16T18:13:38.547" v="23"/>
          <ac:picMkLst>
            <pc:docMk/>
            <pc:sldMk cId="286531390" sldId="294"/>
            <ac:picMk id="6" creationId="{8A61A6BE-A44A-FD68-D5C8-5C7A8DFEDA75}"/>
          </ac:picMkLst>
        </pc:picChg>
        <pc:picChg chg="add del mod">
          <ac:chgData name="Vijayalaxmi Sonnad" userId="S::vijayalaxmi.sonnad-prt@alithya.com::e4391ab6-26dd-4c71-af86-dbf0b346ca13" providerId="AD" clId="Web-{2F805D3C-819B-4251-9170-7D9AF0A45E1B}" dt="2023-02-16T18:13:54.172" v="25"/>
          <ac:picMkLst>
            <pc:docMk/>
            <pc:sldMk cId="286531390" sldId="294"/>
            <ac:picMk id="7" creationId="{D1EBD578-DA42-EFBB-28EE-EC1FC9E2C353}"/>
          </ac:picMkLst>
        </pc:picChg>
      </pc:sldChg>
      <pc:sldChg chg="addSp delSp modSp add replId">
        <pc:chgData name="Vijayalaxmi Sonnad" userId="S::vijayalaxmi.sonnad-prt@alithya.com::e4391ab6-26dd-4c71-af86-dbf0b346ca13" providerId="AD" clId="Web-{2F805D3C-819B-4251-9170-7D9AF0A45E1B}" dt="2023-02-16T18:58:01.033" v="448" actId="14100"/>
        <pc:sldMkLst>
          <pc:docMk/>
          <pc:sldMk cId="815615033" sldId="294"/>
        </pc:sldMkLst>
        <pc:spChg chg="add del mod">
          <ac:chgData name="Vijayalaxmi Sonnad" userId="S::vijayalaxmi.sonnad-prt@alithya.com::e4391ab6-26dd-4c71-af86-dbf0b346ca13" providerId="AD" clId="Web-{2F805D3C-819B-4251-9170-7D9AF0A45E1B}" dt="2023-02-16T18:55:13.749" v="431"/>
          <ac:spMkLst>
            <pc:docMk/>
            <pc:sldMk cId="815615033" sldId="294"/>
            <ac:spMk id="13" creationId="{F7529301-AA0C-B493-D702-E27BBB78D107}"/>
          </ac:spMkLst>
        </pc:spChg>
        <pc:spChg chg="del topLvl">
          <ac:chgData name="Vijayalaxmi Sonnad" userId="S::vijayalaxmi.sonnad-prt@alithya.com::e4391ab6-26dd-4c71-af86-dbf0b346ca13" providerId="AD" clId="Web-{2F805D3C-819B-4251-9170-7D9AF0A45E1B}" dt="2023-02-16T18:19:41.913" v="156"/>
          <ac:spMkLst>
            <pc:docMk/>
            <pc:sldMk cId="815615033" sldId="294"/>
            <ac:spMk id="899" creationId="{00000000-0000-0000-0000-000000000000}"/>
          </ac:spMkLst>
        </pc:spChg>
        <pc:spChg chg="del mod topLvl">
          <ac:chgData name="Vijayalaxmi Sonnad" userId="S::vijayalaxmi.sonnad-prt@alithya.com::e4391ab6-26dd-4c71-af86-dbf0b346ca13" providerId="AD" clId="Web-{2F805D3C-819B-4251-9170-7D9AF0A45E1B}" dt="2023-02-16T18:19:40.428" v="155"/>
          <ac:spMkLst>
            <pc:docMk/>
            <pc:sldMk cId="815615033" sldId="294"/>
            <ac:spMk id="900" creationId="{00000000-0000-0000-0000-000000000000}"/>
          </ac:spMkLst>
        </pc:spChg>
        <pc:spChg chg="mod">
          <ac:chgData name="Vijayalaxmi Sonnad" userId="S::vijayalaxmi.sonnad-prt@alithya.com::e4391ab6-26dd-4c71-af86-dbf0b346ca13" providerId="AD" clId="Web-{2F805D3C-819B-4251-9170-7D9AF0A45E1B}" dt="2023-02-16T18:54:00.232" v="426" actId="20577"/>
          <ac:spMkLst>
            <pc:docMk/>
            <pc:sldMk cId="815615033" sldId="294"/>
            <ac:spMk id="902" creationId="{00000000-0000-0000-0000-000000000000}"/>
          </ac:spMkLst>
        </pc:spChg>
        <pc:spChg chg="mod">
          <ac:chgData name="Vijayalaxmi Sonnad" userId="S::vijayalaxmi.sonnad-prt@alithya.com::e4391ab6-26dd-4c71-af86-dbf0b346ca13" providerId="AD" clId="Web-{2F805D3C-819B-4251-9170-7D9AF0A45E1B}" dt="2023-02-16T18:18:50.693" v="132" actId="20577"/>
          <ac:spMkLst>
            <pc:docMk/>
            <pc:sldMk cId="815615033" sldId="294"/>
            <ac:spMk id="903" creationId="{00000000-0000-0000-0000-000000000000}"/>
          </ac:spMkLst>
        </pc:spChg>
        <pc:spChg chg="mod">
          <ac:chgData name="Vijayalaxmi Sonnad" userId="S::vijayalaxmi.sonnad-prt@alithya.com::e4391ab6-26dd-4c71-af86-dbf0b346ca13" providerId="AD" clId="Web-{2F805D3C-819B-4251-9170-7D9AF0A45E1B}" dt="2023-02-16T18:19:14.537" v="138" actId="20577"/>
          <ac:spMkLst>
            <pc:docMk/>
            <pc:sldMk cId="815615033" sldId="294"/>
            <ac:spMk id="935" creationId="{00000000-0000-0000-0000-000000000000}"/>
          </ac:spMkLst>
        </pc:spChg>
        <pc:spChg chg="del topLvl">
          <ac:chgData name="Vijayalaxmi Sonnad" userId="S::vijayalaxmi.sonnad-prt@alithya.com::e4391ab6-26dd-4c71-af86-dbf0b346ca13" providerId="AD" clId="Web-{2F805D3C-819B-4251-9170-7D9AF0A45E1B}" dt="2023-02-16T18:19:45.303" v="159"/>
          <ac:spMkLst>
            <pc:docMk/>
            <pc:sldMk cId="815615033" sldId="294"/>
            <ac:spMk id="947" creationId="{00000000-0000-0000-0000-000000000000}"/>
          </ac:spMkLst>
        </pc:spChg>
        <pc:spChg chg="del">
          <ac:chgData name="Vijayalaxmi Sonnad" userId="S::vijayalaxmi.sonnad-prt@alithya.com::e4391ab6-26dd-4c71-af86-dbf0b346ca13" providerId="AD" clId="Web-{2F805D3C-819B-4251-9170-7D9AF0A45E1B}" dt="2023-02-16T18:20:05.538" v="169"/>
          <ac:spMkLst>
            <pc:docMk/>
            <pc:sldMk cId="815615033" sldId="294"/>
            <ac:spMk id="961" creationId="{00000000-0000-0000-0000-000000000000}"/>
          </ac:spMkLst>
        </pc:spChg>
        <pc:spChg chg="del">
          <ac:chgData name="Vijayalaxmi Sonnad" userId="S::vijayalaxmi.sonnad-prt@alithya.com::e4391ab6-26dd-4c71-af86-dbf0b346ca13" providerId="AD" clId="Web-{2F805D3C-819B-4251-9170-7D9AF0A45E1B}" dt="2023-02-16T18:20:01.554" v="166"/>
          <ac:spMkLst>
            <pc:docMk/>
            <pc:sldMk cId="815615033" sldId="294"/>
            <ac:spMk id="962" creationId="{00000000-0000-0000-0000-000000000000}"/>
          </ac:spMkLst>
        </pc:spChg>
        <pc:spChg chg="del">
          <ac:chgData name="Vijayalaxmi Sonnad" userId="S::vijayalaxmi.sonnad-prt@alithya.com::e4391ab6-26dd-4c71-af86-dbf0b346ca13" providerId="AD" clId="Web-{2F805D3C-819B-4251-9170-7D9AF0A45E1B}" dt="2023-02-16T18:19:58.429" v="163"/>
          <ac:spMkLst>
            <pc:docMk/>
            <pc:sldMk cId="815615033" sldId="294"/>
            <ac:spMk id="963" creationId="{00000000-0000-0000-0000-000000000000}"/>
          </ac:spMkLst>
        </pc:spChg>
        <pc:spChg chg="del">
          <ac:chgData name="Vijayalaxmi Sonnad" userId="S::vijayalaxmi.sonnad-prt@alithya.com::e4391ab6-26dd-4c71-af86-dbf0b346ca13" providerId="AD" clId="Web-{2F805D3C-819B-4251-9170-7D9AF0A45E1B}" dt="2023-02-16T18:19:09.740" v="136"/>
          <ac:spMkLst>
            <pc:docMk/>
            <pc:sldMk cId="815615033" sldId="294"/>
            <ac:spMk id="964" creationId="{00000000-0000-0000-0000-000000000000}"/>
          </ac:spMkLst>
        </pc:spChg>
        <pc:spChg chg="del">
          <ac:chgData name="Vijayalaxmi Sonnad" userId="S::vijayalaxmi.sonnad-prt@alithya.com::e4391ab6-26dd-4c71-af86-dbf0b346ca13" providerId="AD" clId="Web-{2F805D3C-819B-4251-9170-7D9AF0A45E1B}" dt="2023-02-16T18:19:51.085" v="161"/>
          <ac:spMkLst>
            <pc:docMk/>
            <pc:sldMk cId="815615033" sldId="294"/>
            <ac:spMk id="965" creationId="{00000000-0000-0000-0000-000000000000}"/>
          </ac:spMkLst>
        </pc:spChg>
        <pc:spChg chg="del">
          <ac:chgData name="Vijayalaxmi Sonnad" userId="S::vijayalaxmi.sonnad-prt@alithya.com::e4391ab6-26dd-4c71-af86-dbf0b346ca13" providerId="AD" clId="Web-{2F805D3C-819B-4251-9170-7D9AF0A45E1B}" dt="2023-02-16T18:19:52.663" v="162"/>
          <ac:spMkLst>
            <pc:docMk/>
            <pc:sldMk cId="815615033" sldId="294"/>
            <ac:spMk id="966" creationId="{00000000-0000-0000-0000-000000000000}"/>
          </ac:spMkLst>
        </pc:spChg>
        <pc:spChg chg="del">
          <ac:chgData name="Vijayalaxmi Sonnad" userId="S::vijayalaxmi.sonnad-prt@alithya.com::e4391ab6-26dd-4c71-af86-dbf0b346ca13" providerId="AD" clId="Web-{2F805D3C-819B-4251-9170-7D9AF0A45E1B}" dt="2023-02-16T18:19:20.631" v="140"/>
          <ac:spMkLst>
            <pc:docMk/>
            <pc:sldMk cId="815615033" sldId="294"/>
            <ac:spMk id="967" creationId="{00000000-0000-0000-0000-000000000000}"/>
          </ac:spMkLst>
        </pc:spChg>
        <pc:spChg chg="del mod">
          <ac:chgData name="Vijayalaxmi Sonnad" userId="S::vijayalaxmi.sonnad-prt@alithya.com::e4391ab6-26dd-4c71-af86-dbf0b346ca13" providerId="AD" clId="Web-{2F805D3C-819B-4251-9170-7D9AF0A45E1B}" dt="2023-02-16T18:52:08.636" v="417"/>
          <ac:spMkLst>
            <pc:docMk/>
            <pc:sldMk cId="815615033" sldId="294"/>
            <ac:spMk id="968" creationId="{00000000-0000-0000-0000-000000000000}"/>
          </ac:spMkLst>
        </pc:spChg>
        <pc:spChg chg="del">
          <ac:chgData name="Vijayalaxmi Sonnad" userId="S::vijayalaxmi.sonnad-prt@alithya.com::e4391ab6-26dd-4c71-af86-dbf0b346ca13" providerId="AD" clId="Web-{2F805D3C-819B-4251-9170-7D9AF0A45E1B}" dt="2023-02-16T18:19:26.912" v="143"/>
          <ac:spMkLst>
            <pc:docMk/>
            <pc:sldMk cId="815615033" sldId="294"/>
            <ac:spMk id="979" creationId="{00000000-0000-0000-0000-000000000000}"/>
          </ac:spMkLst>
        </pc:spChg>
        <pc:spChg chg="del">
          <ac:chgData name="Vijayalaxmi Sonnad" userId="S::vijayalaxmi.sonnad-prt@alithya.com::e4391ab6-26dd-4c71-af86-dbf0b346ca13" providerId="AD" clId="Web-{2F805D3C-819B-4251-9170-7D9AF0A45E1B}" dt="2023-02-16T18:20:02.866" v="167"/>
          <ac:spMkLst>
            <pc:docMk/>
            <pc:sldMk cId="815615033" sldId="294"/>
            <ac:spMk id="981" creationId="{00000000-0000-0000-0000-000000000000}"/>
          </ac:spMkLst>
        </pc:spChg>
        <pc:spChg chg="del">
          <ac:chgData name="Vijayalaxmi Sonnad" userId="S::vijayalaxmi.sonnad-prt@alithya.com::e4391ab6-26dd-4c71-af86-dbf0b346ca13" providerId="AD" clId="Web-{2F805D3C-819B-4251-9170-7D9AF0A45E1B}" dt="2023-02-16T18:20:10.585" v="171"/>
          <ac:spMkLst>
            <pc:docMk/>
            <pc:sldMk cId="815615033" sldId="294"/>
            <ac:spMk id="982" creationId="{00000000-0000-0000-0000-000000000000}"/>
          </ac:spMkLst>
        </pc:spChg>
        <pc:spChg chg="del">
          <ac:chgData name="Vijayalaxmi Sonnad" userId="S::vijayalaxmi.sonnad-prt@alithya.com::e4391ab6-26dd-4c71-af86-dbf0b346ca13" providerId="AD" clId="Web-{2F805D3C-819B-4251-9170-7D9AF0A45E1B}" dt="2023-02-16T18:19:08.803" v="135"/>
          <ac:spMkLst>
            <pc:docMk/>
            <pc:sldMk cId="815615033" sldId="294"/>
            <ac:spMk id="983" creationId="{00000000-0000-0000-0000-000000000000}"/>
          </ac:spMkLst>
        </pc:spChg>
        <pc:spChg chg="del">
          <ac:chgData name="Vijayalaxmi Sonnad" userId="S::vijayalaxmi.sonnad-prt@alithya.com::e4391ab6-26dd-4c71-af86-dbf0b346ca13" providerId="AD" clId="Web-{2F805D3C-819B-4251-9170-7D9AF0A45E1B}" dt="2023-02-16T18:19:59.382" v="164"/>
          <ac:spMkLst>
            <pc:docMk/>
            <pc:sldMk cId="815615033" sldId="294"/>
            <ac:spMk id="984" creationId="{00000000-0000-0000-0000-000000000000}"/>
          </ac:spMkLst>
        </pc:spChg>
        <pc:grpChg chg="mod ord">
          <ac:chgData name="Vijayalaxmi Sonnad" userId="S::vijayalaxmi.sonnad-prt@alithya.com::e4391ab6-26dd-4c71-af86-dbf0b346ca13" providerId="AD" clId="Web-{2F805D3C-819B-4251-9170-7D9AF0A45E1B}" dt="2023-02-16T18:51:09.807" v="411"/>
          <ac:grpSpMkLst>
            <pc:docMk/>
            <pc:sldMk cId="815615033" sldId="294"/>
            <ac:grpSpMk id="898" creationId="{00000000-0000-0000-0000-000000000000}"/>
          </ac:grpSpMkLst>
        </pc:grpChg>
        <pc:grpChg chg="del">
          <ac:chgData name="Vijayalaxmi Sonnad" userId="S::vijayalaxmi.sonnad-prt@alithya.com::e4391ab6-26dd-4c71-af86-dbf0b346ca13" providerId="AD" clId="Web-{2F805D3C-819B-4251-9170-7D9AF0A45E1B}" dt="2023-02-16T18:19:40.428" v="155"/>
          <ac:grpSpMkLst>
            <pc:docMk/>
            <pc:sldMk cId="815615033" sldId="294"/>
            <ac:grpSpMk id="901" creationId="{00000000-0000-0000-0000-000000000000}"/>
          </ac:grpSpMkLst>
        </pc:grpChg>
        <pc:grpChg chg="del">
          <ac:chgData name="Vijayalaxmi Sonnad" userId="S::vijayalaxmi.sonnad-prt@alithya.com::e4391ab6-26dd-4c71-af86-dbf0b346ca13" providerId="AD" clId="Web-{2F805D3C-819B-4251-9170-7D9AF0A45E1B}" dt="2023-02-16T18:20:00.319" v="165"/>
          <ac:grpSpMkLst>
            <pc:docMk/>
            <pc:sldMk cId="815615033" sldId="294"/>
            <ac:grpSpMk id="908" creationId="{00000000-0000-0000-0000-000000000000}"/>
          </ac:grpSpMkLst>
        </pc:grpChg>
        <pc:grpChg chg="del">
          <ac:chgData name="Vijayalaxmi Sonnad" userId="S::vijayalaxmi.sonnad-prt@alithya.com::e4391ab6-26dd-4c71-af86-dbf0b346ca13" providerId="AD" clId="Web-{2F805D3C-819B-4251-9170-7D9AF0A45E1B}" dt="2023-02-16T18:20:04.210" v="168"/>
          <ac:grpSpMkLst>
            <pc:docMk/>
            <pc:sldMk cId="815615033" sldId="294"/>
            <ac:grpSpMk id="911" creationId="{00000000-0000-0000-0000-000000000000}"/>
          </ac:grpSpMkLst>
        </pc:grpChg>
        <pc:grpChg chg="del">
          <ac:chgData name="Vijayalaxmi Sonnad" userId="S::vijayalaxmi.sonnad-prt@alithya.com::e4391ab6-26dd-4c71-af86-dbf0b346ca13" providerId="AD" clId="Web-{2F805D3C-819B-4251-9170-7D9AF0A45E1B}" dt="2023-02-16T18:19:07.506" v="134"/>
          <ac:grpSpMkLst>
            <pc:docMk/>
            <pc:sldMk cId="815615033" sldId="294"/>
            <ac:grpSpMk id="922" creationId="{00000000-0000-0000-0000-000000000000}"/>
          </ac:grpSpMkLst>
        </pc:grpChg>
        <pc:grpChg chg="del">
          <ac:chgData name="Vijayalaxmi Sonnad" userId="S::vijayalaxmi.sonnad-prt@alithya.com::e4391ab6-26dd-4c71-af86-dbf0b346ca13" providerId="AD" clId="Web-{2F805D3C-819B-4251-9170-7D9AF0A45E1B}" dt="2023-02-16T18:19:16.568" v="139"/>
          <ac:grpSpMkLst>
            <pc:docMk/>
            <pc:sldMk cId="815615033" sldId="294"/>
            <ac:grpSpMk id="939" creationId="{00000000-0000-0000-0000-000000000000}"/>
          </ac:grpSpMkLst>
        </pc:grpChg>
        <pc:grpChg chg="del">
          <ac:chgData name="Vijayalaxmi Sonnad" userId="S::vijayalaxmi.sonnad-prt@alithya.com::e4391ab6-26dd-4c71-af86-dbf0b346ca13" providerId="AD" clId="Web-{2F805D3C-819B-4251-9170-7D9AF0A45E1B}" dt="2023-02-16T18:19:34.787" v="149"/>
          <ac:grpSpMkLst>
            <pc:docMk/>
            <pc:sldMk cId="815615033" sldId="294"/>
            <ac:grpSpMk id="942" creationId="{00000000-0000-0000-0000-000000000000}"/>
          </ac:grpSpMkLst>
        </pc:grpChg>
        <pc:grpChg chg="del">
          <ac:chgData name="Vijayalaxmi Sonnad" userId="S::vijayalaxmi.sonnad-prt@alithya.com::e4391ab6-26dd-4c71-af86-dbf0b346ca13" providerId="AD" clId="Web-{2F805D3C-819B-4251-9170-7D9AF0A45E1B}" dt="2023-02-16T18:19:31.631" v="146"/>
          <ac:grpSpMkLst>
            <pc:docMk/>
            <pc:sldMk cId="815615033" sldId="294"/>
            <ac:grpSpMk id="945" creationId="{00000000-0000-0000-0000-000000000000}"/>
          </ac:grpSpMkLst>
        </pc:grpChg>
        <pc:grpChg chg="del">
          <ac:chgData name="Vijayalaxmi Sonnad" userId="S::vijayalaxmi.sonnad-prt@alithya.com::e4391ab6-26dd-4c71-af86-dbf0b346ca13" providerId="AD" clId="Web-{2F805D3C-819B-4251-9170-7D9AF0A45E1B}" dt="2023-02-16T18:19:45.303" v="159"/>
          <ac:grpSpMkLst>
            <pc:docMk/>
            <pc:sldMk cId="815615033" sldId="294"/>
            <ac:grpSpMk id="948" creationId="{00000000-0000-0000-0000-000000000000}"/>
          </ac:grpSpMkLst>
        </pc:grpChg>
        <pc:grpChg chg="del">
          <ac:chgData name="Vijayalaxmi Sonnad" userId="S::vijayalaxmi.sonnad-prt@alithya.com::e4391ab6-26dd-4c71-af86-dbf0b346ca13" providerId="AD" clId="Web-{2F805D3C-819B-4251-9170-7D9AF0A45E1B}" dt="2023-02-16T18:19:30.506" v="145"/>
          <ac:grpSpMkLst>
            <pc:docMk/>
            <pc:sldMk cId="815615033" sldId="294"/>
            <ac:grpSpMk id="951" creationId="{00000000-0000-0000-0000-000000000000}"/>
          </ac:grpSpMkLst>
        </pc:grpChg>
        <pc:grpChg chg="del">
          <ac:chgData name="Vijayalaxmi Sonnad" userId="S::vijayalaxmi.sonnad-prt@alithya.com::e4391ab6-26dd-4c71-af86-dbf0b346ca13" providerId="AD" clId="Web-{2F805D3C-819B-4251-9170-7D9AF0A45E1B}" dt="2023-02-16T18:19:44.256" v="158"/>
          <ac:grpSpMkLst>
            <pc:docMk/>
            <pc:sldMk cId="815615033" sldId="294"/>
            <ac:grpSpMk id="954" creationId="{00000000-0000-0000-0000-000000000000}"/>
          </ac:grpSpMkLst>
        </pc:grpChg>
        <pc:grpChg chg="del">
          <ac:chgData name="Vijayalaxmi Sonnad" userId="S::vijayalaxmi.sonnad-prt@alithya.com::e4391ab6-26dd-4c71-af86-dbf0b346ca13" providerId="AD" clId="Web-{2F805D3C-819B-4251-9170-7D9AF0A45E1B}" dt="2023-02-16T18:19:23.381" v="141"/>
          <ac:grpSpMkLst>
            <pc:docMk/>
            <pc:sldMk cId="815615033" sldId="294"/>
            <ac:grpSpMk id="957" creationId="{00000000-0000-0000-0000-000000000000}"/>
          </ac:grpSpMkLst>
        </pc:grpChg>
        <pc:grpChg chg="del">
          <ac:chgData name="Vijayalaxmi Sonnad" userId="S::vijayalaxmi.sonnad-prt@alithya.com::e4391ab6-26dd-4c71-af86-dbf0b346ca13" providerId="AD" clId="Web-{2F805D3C-819B-4251-9170-7D9AF0A45E1B}" dt="2023-02-16T18:18:59.287" v="133"/>
          <ac:grpSpMkLst>
            <pc:docMk/>
            <pc:sldMk cId="815615033" sldId="294"/>
            <ac:grpSpMk id="960" creationId="{00000000-0000-0000-0000-000000000000}"/>
          </ac:grpSpMkLst>
        </pc:grpChg>
        <pc:grpChg chg="del">
          <ac:chgData name="Vijayalaxmi Sonnad" userId="S::vijayalaxmi.sonnad-prt@alithya.com::e4391ab6-26dd-4c71-af86-dbf0b346ca13" providerId="AD" clId="Web-{2F805D3C-819B-4251-9170-7D9AF0A45E1B}" dt="2023-02-16T18:19:27.819" v="144"/>
          <ac:grpSpMkLst>
            <pc:docMk/>
            <pc:sldMk cId="815615033" sldId="294"/>
            <ac:grpSpMk id="978" creationId="{00000000-0000-0000-0000-000000000000}"/>
          </ac:grpSpMkLst>
        </pc:grpChg>
        <pc:picChg chg="add del mod">
          <ac:chgData name="Vijayalaxmi Sonnad" userId="S::vijayalaxmi.sonnad-prt@alithya.com::e4391ab6-26dd-4c71-af86-dbf0b346ca13" providerId="AD" clId="Web-{2F805D3C-819B-4251-9170-7D9AF0A45E1B}" dt="2023-02-16T18:20:48.539" v="173"/>
          <ac:picMkLst>
            <pc:docMk/>
            <pc:sldMk cId="815615033" sldId="294"/>
            <ac:picMk id="2" creationId="{8AC59846-9BFD-ED1F-42D9-A10FD0F072B5}"/>
          </ac:picMkLst>
        </pc:picChg>
        <pc:picChg chg="add del mod">
          <ac:chgData name="Vijayalaxmi Sonnad" userId="S::vijayalaxmi.sonnad-prt@alithya.com::e4391ab6-26dd-4c71-af86-dbf0b346ca13" providerId="AD" clId="Web-{2F805D3C-819B-4251-9170-7D9AF0A45E1B}" dt="2023-02-16T18:21:38.087" v="178"/>
          <ac:picMkLst>
            <pc:docMk/>
            <pc:sldMk cId="815615033" sldId="294"/>
            <ac:picMk id="3" creationId="{0AB65A84-1CDE-751F-2280-0023377A06AE}"/>
          </ac:picMkLst>
        </pc:picChg>
        <pc:picChg chg="add del mod">
          <ac:chgData name="Vijayalaxmi Sonnad" userId="S::vijayalaxmi.sonnad-prt@alithya.com::e4391ab6-26dd-4c71-af86-dbf0b346ca13" providerId="AD" clId="Web-{2F805D3C-819B-4251-9170-7D9AF0A45E1B}" dt="2023-02-16T18:22:15.322" v="182"/>
          <ac:picMkLst>
            <pc:docMk/>
            <pc:sldMk cId="815615033" sldId="294"/>
            <ac:picMk id="4" creationId="{A9202C20-3E50-71D6-6BD3-7A609BD7A22B}"/>
          </ac:picMkLst>
        </pc:picChg>
        <pc:picChg chg="add del mod">
          <ac:chgData name="Vijayalaxmi Sonnad" userId="S::vijayalaxmi.sonnad-prt@alithya.com::e4391ab6-26dd-4c71-af86-dbf0b346ca13" providerId="AD" clId="Web-{2F805D3C-819B-4251-9170-7D9AF0A45E1B}" dt="2023-02-16T18:25:47.419" v="196"/>
          <ac:picMkLst>
            <pc:docMk/>
            <pc:sldMk cId="815615033" sldId="294"/>
            <ac:picMk id="5" creationId="{831DECAD-30EB-2F67-E505-FA90FC6C7E2E}"/>
          </ac:picMkLst>
        </pc:picChg>
        <pc:picChg chg="add del mod">
          <ac:chgData name="Vijayalaxmi Sonnad" userId="S::vijayalaxmi.sonnad-prt@alithya.com::e4391ab6-26dd-4c71-af86-dbf0b346ca13" providerId="AD" clId="Web-{2F805D3C-819B-4251-9170-7D9AF0A45E1B}" dt="2023-02-16T18:25:44.966" v="195"/>
          <ac:picMkLst>
            <pc:docMk/>
            <pc:sldMk cId="815615033" sldId="294"/>
            <ac:picMk id="6" creationId="{E447F57F-9BDC-04C5-7FDB-BD9954C66E33}"/>
          </ac:picMkLst>
        </pc:picChg>
        <pc:picChg chg="add del mod ord">
          <ac:chgData name="Vijayalaxmi Sonnad" userId="S::vijayalaxmi.sonnad-prt@alithya.com::e4391ab6-26dd-4c71-af86-dbf0b346ca13" providerId="AD" clId="Web-{2F805D3C-819B-4251-9170-7D9AF0A45E1B}" dt="2023-02-16T18:51:28.213" v="413"/>
          <ac:picMkLst>
            <pc:docMk/>
            <pc:sldMk cId="815615033" sldId="294"/>
            <ac:picMk id="7" creationId="{A9071E00-F3A3-FDED-F9D2-8D254B32A6B8}"/>
          </ac:picMkLst>
        </pc:picChg>
        <pc:picChg chg="add mod">
          <ac:chgData name="Vijayalaxmi Sonnad" userId="S::vijayalaxmi.sonnad-prt@alithya.com::e4391ab6-26dd-4c71-af86-dbf0b346ca13" providerId="AD" clId="Web-{2F805D3C-819B-4251-9170-7D9AF0A45E1B}" dt="2023-02-16T18:43:33.173" v="349" actId="14100"/>
          <ac:picMkLst>
            <pc:docMk/>
            <pc:sldMk cId="815615033" sldId="294"/>
            <ac:picMk id="8" creationId="{5DF8F228-7797-5B71-E2E5-07E62C023348}"/>
          </ac:picMkLst>
        </pc:picChg>
        <pc:picChg chg="add del mod">
          <ac:chgData name="Vijayalaxmi Sonnad" userId="S::vijayalaxmi.sonnad-prt@alithya.com::e4391ab6-26dd-4c71-af86-dbf0b346ca13" providerId="AD" clId="Web-{2F805D3C-819B-4251-9170-7D9AF0A45E1B}" dt="2023-02-16T18:26:36.123" v="203"/>
          <ac:picMkLst>
            <pc:docMk/>
            <pc:sldMk cId="815615033" sldId="294"/>
            <ac:picMk id="9" creationId="{3496901C-06EC-8872-7996-73289D8783D5}"/>
          </ac:picMkLst>
        </pc:picChg>
        <pc:picChg chg="add mod">
          <ac:chgData name="Vijayalaxmi Sonnad" userId="S::vijayalaxmi.sonnad-prt@alithya.com::e4391ab6-26dd-4c71-af86-dbf0b346ca13" providerId="AD" clId="Web-{2F805D3C-819B-4251-9170-7D9AF0A45E1B}" dt="2023-02-16T18:40:01.154" v="316" actId="1076"/>
          <ac:picMkLst>
            <pc:docMk/>
            <pc:sldMk cId="815615033" sldId="294"/>
            <ac:picMk id="10" creationId="{D18DA5D3-C43F-0EE6-1BDB-BC936EBBA6B7}"/>
          </ac:picMkLst>
        </pc:picChg>
        <pc:picChg chg="add mod">
          <ac:chgData name="Vijayalaxmi Sonnad" userId="S::vijayalaxmi.sonnad-prt@alithya.com::e4391ab6-26dd-4c71-af86-dbf0b346ca13" providerId="AD" clId="Web-{2F805D3C-819B-4251-9170-7D9AF0A45E1B}" dt="2023-02-16T18:39:58.451" v="315" actId="1076"/>
          <ac:picMkLst>
            <pc:docMk/>
            <pc:sldMk cId="815615033" sldId="294"/>
            <ac:picMk id="11" creationId="{BC50F079-4C38-C50D-3130-8C64333FAEE5}"/>
          </ac:picMkLst>
        </pc:picChg>
        <pc:picChg chg="add mod">
          <ac:chgData name="Vijayalaxmi Sonnad" userId="S::vijayalaxmi.sonnad-prt@alithya.com::e4391ab6-26dd-4c71-af86-dbf0b346ca13" providerId="AD" clId="Web-{2F805D3C-819B-4251-9170-7D9AF0A45E1B}" dt="2023-02-16T18:52:42.183" v="423" actId="14100"/>
          <ac:picMkLst>
            <pc:docMk/>
            <pc:sldMk cId="815615033" sldId="294"/>
            <ac:picMk id="12" creationId="{E649A81B-DA3F-0275-035C-65BFE8A2A70B}"/>
          </ac:picMkLst>
        </pc:picChg>
        <pc:picChg chg="add mod">
          <ac:chgData name="Vijayalaxmi Sonnad" userId="S::vijayalaxmi.sonnad-prt@alithya.com::e4391ab6-26dd-4c71-af86-dbf0b346ca13" providerId="AD" clId="Web-{2F805D3C-819B-4251-9170-7D9AF0A45E1B}" dt="2023-02-16T18:36:22.072" v="289" actId="14100"/>
          <ac:picMkLst>
            <pc:docMk/>
            <pc:sldMk cId="815615033" sldId="294"/>
            <ac:picMk id="14" creationId="{E65DDC0D-26AA-1183-92E9-CD038233E3F5}"/>
          </ac:picMkLst>
        </pc:picChg>
        <pc:picChg chg="add mod">
          <ac:chgData name="Vijayalaxmi Sonnad" userId="S::vijayalaxmi.sonnad-prt@alithya.com::e4391ab6-26dd-4c71-af86-dbf0b346ca13" providerId="AD" clId="Web-{2F805D3C-819B-4251-9170-7D9AF0A45E1B}" dt="2023-02-16T18:31:45.488" v="249" actId="1076"/>
          <ac:picMkLst>
            <pc:docMk/>
            <pc:sldMk cId="815615033" sldId="294"/>
            <ac:picMk id="15" creationId="{B3F9537C-9875-10A6-277B-39958171B381}"/>
          </ac:picMkLst>
        </pc:picChg>
        <pc:picChg chg="add mod">
          <ac:chgData name="Vijayalaxmi Sonnad" userId="S::vijayalaxmi.sonnad-prt@alithya.com::e4391ab6-26dd-4c71-af86-dbf0b346ca13" providerId="AD" clId="Web-{2F805D3C-819B-4251-9170-7D9AF0A45E1B}" dt="2023-02-16T18:32:01.364" v="253" actId="1076"/>
          <ac:picMkLst>
            <pc:docMk/>
            <pc:sldMk cId="815615033" sldId="294"/>
            <ac:picMk id="16" creationId="{F6B742A6-58FF-4D4C-004C-66920BDAD4D9}"/>
          </ac:picMkLst>
        </pc:picChg>
        <pc:picChg chg="add mod">
          <ac:chgData name="Vijayalaxmi Sonnad" userId="S::vijayalaxmi.sonnad-prt@alithya.com::e4391ab6-26dd-4c71-af86-dbf0b346ca13" providerId="AD" clId="Web-{2F805D3C-819B-4251-9170-7D9AF0A45E1B}" dt="2023-02-16T18:38:41.668" v="309" actId="1076"/>
          <ac:picMkLst>
            <pc:docMk/>
            <pc:sldMk cId="815615033" sldId="294"/>
            <ac:picMk id="17" creationId="{535C6C9E-495E-B8BF-667B-601F9541B626}"/>
          </ac:picMkLst>
        </pc:picChg>
        <pc:picChg chg="add mod">
          <ac:chgData name="Vijayalaxmi Sonnad" userId="S::vijayalaxmi.sonnad-prt@alithya.com::e4391ab6-26dd-4c71-af86-dbf0b346ca13" providerId="AD" clId="Web-{2F805D3C-819B-4251-9170-7D9AF0A45E1B}" dt="2023-02-16T18:40:08.045" v="318" actId="1076"/>
          <ac:picMkLst>
            <pc:docMk/>
            <pc:sldMk cId="815615033" sldId="294"/>
            <ac:picMk id="18" creationId="{A723A50B-19F0-02C8-6D9D-10921482CF76}"/>
          </ac:picMkLst>
        </pc:picChg>
        <pc:picChg chg="add mod">
          <ac:chgData name="Vijayalaxmi Sonnad" userId="S::vijayalaxmi.sonnad-prt@alithya.com::e4391ab6-26dd-4c71-af86-dbf0b346ca13" providerId="AD" clId="Web-{2F805D3C-819B-4251-9170-7D9AF0A45E1B}" dt="2023-02-16T18:38:38.324" v="308" actId="1076"/>
          <ac:picMkLst>
            <pc:docMk/>
            <pc:sldMk cId="815615033" sldId="294"/>
            <ac:picMk id="19" creationId="{34EA7D23-36D2-1E07-AB38-9DFC7BE6C9EF}"/>
          </ac:picMkLst>
        </pc:picChg>
        <pc:picChg chg="add mod">
          <ac:chgData name="Vijayalaxmi Sonnad" userId="S::vijayalaxmi.sonnad-prt@alithya.com::e4391ab6-26dd-4c71-af86-dbf0b346ca13" providerId="AD" clId="Web-{2F805D3C-819B-4251-9170-7D9AF0A45E1B}" dt="2023-02-16T18:57:33.142" v="445" actId="1076"/>
          <ac:picMkLst>
            <pc:docMk/>
            <pc:sldMk cId="815615033" sldId="294"/>
            <ac:picMk id="20" creationId="{A8D1587C-17D1-3CC0-06B5-42D9C4AC31E4}"/>
          </ac:picMkLst>
        </pc:picChg>
        <pc:picChg chg="add mod">
          <ac:chgData name="Vijayalaxmi Sonnad" userId="S::vijayalaxmi.sonnad-prt@alithya.com::e4391ab6-26dd-4c71-af86-dbf0b346ca13" providerId="AD" clId="Web-{2F805D3C-819B-4251-9170-7D9AF0A45E1B}" dt="2023-02-16T18:43:43.173" v="351" actId="14100"/>
          <ac:picMkLst>
            <pc:docMk/>
            <pc:sldMk cId="815615033" sldId="294"/>
            <ac:picMk id="21" creationId="{DB7F4FB5-FEFE-DEDC-D873-927CFE94C412}"/>
          </ac:picMkLst>
        </pc:picChg>
        <pc:picChg chg="add del mod">
          <ac:chgData name="Vijayalaxmi Sonnad" userId="S::vijayalaxmi.sonnad-prt@alithya.com::e4391ab6-26dd-4c71-af86-dbf0b346ca13" providerId="AD" clId="Web-{2F805D3C-819B-4251-9170-7D9AF0A45E1B}" dt="2023-02-16T18:36:45.666" v="291"/>
          <ac:picMkLst>
            <pc:docMk/>
            <pc:sldMk cId="815615033" sldId="294"/>
            <ac:picMk id="22" creationId="{D0112912-7FD9-ED09-83CF-22955FAA2EE2}"/>
          </ac:picMkLst>
        </pc:picChg>
        <pc:picChg chg="add del mod">
          <ac:chgData name="Vijayalaxmi Sonnad" userId="S::vijayalaxmi.sonnad-prt@alithya.com::e4391ab6-26dd-4c71-af86-dbf0b346ca13" providerId="AD" clId="Web-{2F805D3C-819B-4251-9170-7D9AF0A45E1B}" dt="2023-02-16T18:46:38.677" v="375"/>
          <ac:picMkLst>
            <pc:docMk/>
            <pc:sldMk cId="815615033" sldId="294"/>
            <ac:picMk id="23" creationId="{D8D3204E-222F-FD51-D6EF-EAE7C21AFA56}"/>
          </ac:picMkLst>
        </pc:picChg>
        <pc:picChg chg="add del mod">
          <ac:chgData name="Vijayalaxmi Sonnad" userId="S::vijayalaxmi.sonnad-prt@alithya.com::e4391ab6-26dd-4c71-af86-dbf0b346ca13" providerId="AD" clId="Web-{2F805D3C-819B-4251-9170-7D9AF0A45E1B}" dt="2023-02-16T18:46:59.974" v="381"/>
          <ac:picMkLst>
            <pc:docMk/>
            <pc:sldMk cId="815615033" sldId="294"/>
            <ac:picMk id="24" creationId="{BF406AD3-B565-66DA-6240-CE5796DC4E99}"/>
          </ac:picMkLst>
        </pc:picChg>
        <pc:picChg chg="add mod">
          <ac:chgData name="Vijayalaxmi Sonnad" userId="S::vijayalaxmi.sonnad-prt@alithya.com::e4391ab6-26dd-4c71-af86-dbf0b346ca13" providerId="AD" clId="Web-{2F805D3C-819B-4251-9170-7D9AF0A45E1B}" dt="2023-02-16T18:44:26.081" v="355" actId="1076"/>
          <ac:picMkLst>
            <pc:docMk/>
            <pc:sldMk cId="815615033" sldId="294"/>
            <ac:picMk id="25" creationId="{C4F75E0C-DA74-6CF8-D977-6A01CA7C253C}"/>
          </ac:picMkLst>
        </pc:picChg>
        <pc:picChg chg="add mod">
          <ac:chgData name="Vijayalaxmi Sonnad" userId="S::vijayalaxmi.sonnad-prt@alithya.com::e4391ab6-26dd-4c71-af86-dbf0b346ca13" providerId="AD" clId="Web-{2F805D3C-819B-4251-9170-7D9AF0A45E1B}" dt="2023-02-16T18:41:36.015" v="334" actId="14100"/>
          <ac:picMkLst>
            <pc:docMk/>
            <pc:sldMk cId="815615033" sldId="294"/>
            <ac:picMk id="26" creationId="{BD5F95ED-3BA8-1BCE-B8B2-9E6BE5214AFD}"/>
          </ac:picMkLst>
        </pc:picChg>
        <pc:picChg chg="add mod">
          <ac:chgData name="Vijayalaxmi Sonnad" userId="S::vijayalaxmi.sonnad-prt@alithya.com::e4391ab6-26dd-4c71-af86-dbf0b346ca13" providerId="AD" clId="Web-{2F805D3C-819B-4251-9170-7D9AF0A45E1B}" dt="2023-02-16T18:41:53.531" v="338" actId="1076"/>
          <ac:picMkLst>
            <pc:docMk/>
            <pc:sldMk cId="815615033" sldId="294"/>
            <ac:picMk id="27" creationId="{32844256-FAAE-D47C-00C3-9F5E21E15CAB}"/>
          </ac:picMkLst>
        </pc:picChg>
        <pc:picChg chg="add mod">
          <ac:chgData name="Vijayalaxmi Sonnad" userId="S::vijayalaxmi.sonnad-prt@alithya.com::e4391ab6-26dd-4c71-af86-dbf0b346ca13" providerId="AD" clId="Web-{2F805D3C-819B-4251-9170-7D9AF0A45E1B}" dt="2023-02-16T18:45:58.520" v="370" actId="1076"/>
          <ac:picMkLst>
            <pc:docMk/>
            <pc:sldMk cId="815615033" sldId="294"/>
            <ac:picMk id="28" creationId="{A35A7A4C-FBBC-413F-385B-49373D21DEF1}"/>
          </ac:picMkLst>
        </pc:picChg>
        <pc:picChg chg="add mod">
          <ac:chgData name="Vijayalaxmi Sonnad" userId="S::vijayalaxmi.sonnad-prt@alithya.com::e4391ab6-26dd-4c71-af86-dbf0b346ca13" providerId="AD" clId="Web-{2F805D3C-819B-4251-9170-7D9AF0A45E1B}" dt="2023-02-16T18:44:23.565" v="354" actId="14100"/>
          <ac:picMkLst>
            <pc:docMk/>
            <pc:sldMk cId="815615033" sldId="294"/>
            <ac:picMk id="29" creationId="{9E0DA80F-EC0A-8320-B799-7F29DA3434C6}"/>
          </ac:picMkLst>
        </pc:picChg>
        <pc:picChg chg="add mod">
          <ac:chgData name="Vijayalaxmi Sonnad" userId="S::vijayalaxmi.sonnad-prt@alithya.com::e4391ab6-26dd-4c71-af86-dbf0b346ca13" providerId="AD" clId="Web-{2F805D3C-819B-4251-9170-7D9AF0A45E1B}" dt="2023-02-16T18:45:11.675" v="363" actId="14100"/>
          <ac:picMkLst>
            <pc:docMk/>
            <pc:sldMk cId="815615033" sldId="294"/>
            <ac:picMk id="30" creationId="{D3EE4E75-D7A6-2029-2342-1B8D098EDFF3}"/>
          </ac:picMkLst>
        </pc:picChg>
        <pc:picChg chg="add del mod">
          <ac:chgData name="Vijayalaxmi Sonnad" userId="S::vijayalaxmi.sonnad-prt@alithya.com::e4391ab6-26dd-4c71-af86-dbf0b346ca13" providerId="AD" clId="Web-{2F805D3C-819B-4251-9170-7D9AF0A45E1B}" dt="2023-02-16T18:57:26.829" v="443"/>
          <ac:picMkLst>
            <pc:docMk/>
            <pc:sldMk cId="815615033" sldId="294"/>
            <ac:picMk id="31" creationId="{27E644A6-3DDF-6C84-4046-9E3823FFC96F}"/>
          </ac:picMkLst>
        </pc:picChg>
        <pc:picChg chg="add mod">
          <ac:chgData name="Vijayalaxmi Sonnad" userId="S::vijayalaxmi.sonnad-prt@alithya.com::e4391ab6-26dd-4c71-af86-dbf0b346ca13" providerId="AD" clId="Web-{2F805D3C-819B-4251-9170-7D9AF0A45E1B}" dt="2023-02-16T18:49:05.258" v="406" actId="14100"/>
          <ac:picMkLst>
            <pc:docMk/>
            <pc:sldMk cId="815615033" sldId="294"/>
            <ac:picMk id="32" creationId="{9B5318D3-6DAB-4913-1F4B-BFCE0F1CD3A9}"/>
          </ac:picMkLst>
        </pc:picChg>
        <pc:picChg chg="add mod">
          <ac:chgData name="Vijayalaxmi Sonnad" userId="S::vijayalaxmi.sonnad-prt@alithya.com::e4391ab6-26dd-4c71-af86-dbf0b346ca13" providerId="AD" clId="Web-{2F805D3C-819B-4251-9170-7D9AF0A45E1B}" dt="2023-02-16T18:47:42.803" v="391" actId="1076"/>
          <ac:picMkLst>
            <pc:docMk/>
            <pc:sldMk cId="815615033" sldId="294"/>
            <ac:picMk id="33" creationId="{A98A788B-DC86-820F-F48D-C570C9277E94}"/>
          </ac:picMkLst>
        </pc:picChg>
        <pc:picChg chg="add mod">
          <ac:chgData name="Vijayalaxmi Sonnad" userId="S::vijayalaxmi.sonnad-prt@alithya.com::e4391ab6-26dd-4c71-af86-dbf0b346ca13" providerId="AD" clId="Web-{2F805D3C-819B-4251-9170-7D9AF0A45E1B}" dt="2023-02-16T18:48:19.772" v="394" actId="14100"/>
          <ac:picMkLst>
            <pc:docMk/>
            <pc:sldMk cId="815615033" sldId="294"/>
            <ac:picMk id="34" creationId="{F8AE4102-2402-359F-0AD1-022A0BAE75A5}"/>
          </ac:picMkLst>
        </pc:picChg>
        <pc:picChg chg="add mod">
          <ac:chgData name="Vijayalaxmi Sonnad" userId="S::vijayalaxmi.sonnad-prt@alithya.com::e4391ab6-26dd-4c71-af86-dbf0b346ca13" providerId="AD" clId="Web-{2F805D3C-819B-4251-9170-7D9AF0A45E1B}" dt="2023-02-16T18:48:57.007" v="405" actId="1076"/>
          <ac:picMkLst>
            <pc:docMk/>
            <pc:sldMk cId="815615033" sldId="294"/>
            <ac:picMk id="35" creationId="{F9105F22-A332-F859-E221-0652C31F9088}"/>
          </ac:picMkLst>
        </pc:picChg>
        <pc:picChg chg="add mod">
          <ac:chgData name="Vijayalaxmi Sonnad" userId="S::vijayalaxmi.sonnad-prt@alithya.com::e4391ab6-26dd-4c71-af86-dbf0b346ca13" providerId="AD" clId="Web-{2F805D3C-819B-4251-9170-7D9AF0A45E1B}" dt="2023-02-16T18:56:35.860" v="441" actId="14100"/>
          <ac:picMkLst>
            <pc:docMk/>
            <pc:sldMk cId="815615033" sldId="294"/>
            <ac:picMk id="36" creationId="{17D5BAE1-7896-6C5D-4177-FD8DA6611801}"/>
          </ac:picMkLst>
        </pc:picChg>
        <pc:picChg chg="add mod ord">
          <ac:chgData name="Vijayalaxmi Sonnad" userId="S::vijayalaxmi.sonnad-prt@alithya.com::e4391ab6-26dd-4c71-af86-dbf0b346ca13" providerId="AD" clId="Web-{2F805D3C-819B-4251-9170-7D9AF0A45E1B}" dt="2023-02-16T18:51:46.261" v="416"/>
          <ac:picMkLst>
            <pc:docMk/>
            <pc:sldMk cId="815615033" sldId="294"/>
            <ac:picMk id="37" creationId="{01E88D0B-91D4-59BE-067F-FCE03A099E7C}"/>
          </ac:picMkLst>
        </pc:picChg>
        <pc:picChg chg="add del mod">
          <ac:chgData name="Vijayalaxmi Sonnad" userId="S::vijayalaxmi.sonnad-prt@alithya.com::e4391ab6-26dd-4c71-af86-dbf0b346ca13" providerId="AD" clId="Web-{2F805D3C-819B-4251-9170-7D9AF0A45E1B}" dt="2023-02-16T18:55:44.687" v="433"/>
          <ac:picMkLst>
            <pc:docMk/>
            <pc:sldMk cId="815615033" sldId="294"/>
            <ac:picMk id="38" creationId="{587CBBAE-54A2-24C4-E466-F6195FC50762}"/>
          </ac:picMkLst>
        </pc:picChg>
        <pc:picChg chg="add del mod">
          <ac:chgData name="Vijayalaxmi Sonnad" userId="S::vijayalaxmi.sonnad-prt@alithya.com::e4391ab6-26dd-4c71-af86-dbf0b346ca13" providerId="AD" clId="Web-{2F805D3C-819B-4251-9170-7D9AF0A45E1B}" dt="2023-02-16T18:56:03.843" v="437"/>
          <ac:picMkLst>
            <pc:docMk/>
            <pc:sldMk cId="815615033" sldId="294"/>
            <ac:picMk id="39" creationId="{220E71FE-63C6-1CAF-F942-99B5105BDB6C}"/>
          </ac:picMkLst>
        </pc:picChg>
        <pc:picChg chg="add mod">
          <ac:chgData name="Vijayalaxmi Sonnad" userId="S::vijayalaxmi.sonnad-prt@alithya.com::e4391ab6-26dd-4c71-af86-dbf0b346ca13" providerId="AD" clId="Web-{2F805D3C-819B-4251-9170-7D9AF0A45E1B}" dt="2023-02-16T18:56:24.516" v="440" actId="1076"/>
          <ac:picMkLst>
            <pc:docMk/>
            <pc:sldMk cId="815615033" sldId="294"/>
            <ac:picMk id="40" creationId="{13E69C50-13B5-2160-6BA6-8AD41F8D25F0}"/>
          </ac:picMkLst>
        </pc:picChg>
        <pc:picChg chg="add mod">
          <ac:chgData name="Vijayalaxmi Sonnad" userId="S::vijayalaxmi.sonnad-prt@alithya.com::e4391ab6-26dd-4c71-af86-dbf0b346ca13" providerId="AD" clId="Web-{2F805D3C-819B-4251-9170-7D9AF0A45E1B}" dt="2023-02-16T18:58:01.033" v="448" actId="14100"/>
          <ac:picMkLst>
            <pc:docMk/>
            <pc:sldMk cId="815615033" sldId="294"/>
            <ac:picMk id="41" creationId="{21714910-1CD6-FC4C-D692-25BA75DB6B06}"/>
          </ac:picMkLst>
        </pc:picChg>
        <pc:picChg chg="del">
          <ac:chgData name="Vijayalaxmi Sonnad" userId="S::vijayalaxmi.sonnad-prt@alithya.com::e4391ab6-26dd-4c71-af86-dbf0b346ca13" providerId="AD" clId="Web-{2F805D3C-819B-4251-9170-7D9AF0A45E1B}" dt="2023-02-16T18:20:07.944" v="170"/>
          <ac:picMkLst>
            <pc:docMk/>
            <pc:sldMk cId="815615033" sldId="294"/>
            <ac:picMk id="912" creationId="{00000000-0000-0000-0000-000000000000}"/>
          </ac:picMkLst>
        </pc:picChg>
        <pc:picChg chg="del topLvl">
          <ac:chgData name="Vijayalaxmi Sonnad" userId="S::vijayalaxmi.sonnad-prt@alithya.com::e4391ab6-26dd-4c71-af86-dbf0b346ca13" providerId="AD" clId="Web-{2F805D3C-819B-4251-9170-7D9AF0A45E1B}" dt="2023-02-16T18:19:47.897" v="160"/>
          <ac:picMkLst>
            <pc:docMk/>
            <pc:sldMk cId="815615033" sldId="294"/>
            <ac:picMk id="946" creationId="{00000000-0000-0000-0000-000000000000}"/>
          </ac:picMkLst>
        </pc:picChg>
        <pc:picChg chg="del">
          <ac:chgData name="Vijayalaxmi Sonnad" userId="S::vijayalaxmi.sonnad-prt@alithya.com::e4391ab6-26dd-4c71-af86-dbf0b346ca13" providerId="AD" clId="Web-{2F805D3C-819B-4251-9170-7D9AF0A45E1B}" dt="2023-02-16T18:19:33.725" v="148"/>
          <ac:picMkLst>
            <pc:docMk/>
            <pc:sldMk cId="815615033" sldId="294"/>
            <ac:picMk id="969" creationId="{00000000-0000-0000-0000-000000000000}"/>
          </ac:picMkLst>
        </pc:picChg>
        <pc:picChg chg="del">
          <ac:chgData name="Vijayalaxmi Sonnad" userId="S::vijayalaxmi.sonnad-prt@alithya.com::e4391ab6-26dd-4c71-af86-dbf0b346ca13" providerId="AD" clId="Web-{2F805D3C-819B-4251-9170-7D9AF0A45E1B}" dt="2023-02-16T18:19:32.616" v="147"/>
          <ac:picMkLst>
            <pc:docMk/>
            <pc:sldMk cId="815615033" sldId="294"/>
            <ac:picMk id="970" creationId="{00000000-0000-0000-0000-000000000000}"/>
          </ac:picMkLst>
        </pc:picChg>
        <pc:picChg chg="del">
          <ac:chgData name="Vijayalaxmi Sonnad" userId="S::vijayalaxmi.sonnad-prt@alithya.com::e4391ab6-26dd-4c71-af86-dbf0b346ca13" providerId="AD" clId="Web-{2F805D3C-819B-4251-9170-7D9AF0A45E1B}" dt="2023-02-16T18:19:26.053" v="142"/>
          <ac:picMkLst>
            <pc:docMk/>
            <pc:sldMk cId="815615033" sldId="294"/>
            <ac:picMk id="971" creationId="{00000000-0000-0000-0000-000000000000}"/>
          </ac:picMkLst>
        </pc:picChg>
        <pc:picChg chg="del">
          <ac:chgData name="Vijayalaxmi Sonnad" userId="S::vijayalaxmi.sonnad-prt@alithya.com::e4391ab6-26dd-4c71-af86-dbf0b346ca13" providerId="AD" clId="Web-{2F805D3C-819B-4251-9170-7D9AF0A45E1B}" dt="2023-02-16T18:19:43.350" v="157"/>
          <ac:picMkLst>
            <pc:docMk/>
            <pc:sldMk cId="815615033" sldId="294"/>
            <ac:picMk id="972" creationId="{00000000-0000-0000-0000-000000000000}"/>
          </ac:picMkLst>
        </pc:picChg>
        <pc:picChg chg="mod">
          <ac:chgData name="Vijayalaxmi Sonnad" userId="S::vijayalaxmi.sonnad-prt@alithya.com::e4391ab6-26dd-4c71-af86-dbf0b346ca13" providerId="AD" clId="Web-{2F805D3C-819B-4251-9170-7D9AF0A45E1B}" dt="2023-02-16T18:49:23.195" v="407" actId="1076"/>
          <ac:picMkLst>
            <pc:docMk/>
            <pc:sldMk cId="815615033" sldId="294"/>
            <ac:picMk id="980" creationId="{00000000-0000-0000-0000-000000000000}"/>
          </ac:picMkLst>
        </pc:picChg>
      </pc:sldChg>
      <pc:sldChg chg="addSp delSp modSp del">
        <pc:chgData name="Vijayalaxmi Sonnad" userId="S::vijayalaxmi.sonnad-prt@alithya.com::e4391ab6-26dd-4c71-af86-dbf0b346ca13" providerId="AD" clId="Web-{2F805D3C-819B-4251-9170-7D9AF0A45E1B}" dt="2023-02-16T19:32:02.532" v="480"/>
        <pc:sldMkLst>
          <pc:docMk/>
          <pc:sldMk cId="2564597168" sldId="296"/>
        </pc:sldMkLst>
        <pc:spChg chg="add mod">
          <ac:chgData name="Vijayalaxmi Sonnad" userId="S::vijayalaxmi.sonnad-prt@alithya.com::e4391ab6-26dd-4c71-af86-dbf0b346ca13" providerId="AD" clId="Web-{2F805D3C-819B-4251-9170-7D9AF0A45E1B}" dt="2023-02-16T18:59:19.659" v="458" actId="20577"/>
          <ac:spMkLst>
            <pc:docMk/>
            <pc:sldMk cId="2564597168" sldId="296"/>
            <ac:spMk id="3" creationId="{3DD8FA23-BF38-320B-E484-CF103803370A}"/>
          </ac:spMkLst>
        </pc:spChg>
        <pc:picChg chg="add mod">
          <ac:chgData name="Vijayalaxmi Sonnad" userId="S::vijayalaxmi.sonnad-prt@alithya.com::e4391ab6-26dd-4c71-af86-dbf0b346ca13" providerId="AD" clId="Web-{2F805D3C-819B-4251-9170-7D9AF0A45E1B}" dt="2023-02-16T18:59:03.175" v="451" actId="14100"/>
          <ac:picMkLst>
            <pc:docMk/>
            <pc:sldMk cId="2564597168" sldId="296"/>
            <ac:picMk id="2" creationId="{F35D0B49-D198-F46A-DF4E-E52DEE205CA6}"/>
          </ac:picMkLst>
        </pc:picChg>
        <pc:picChg chg="add del mod">
          <ac:chgData name="Vijayalaxmi Sonnad" userId="S::vijayalaxmi.sonnad-prt@alithya.com::e4391ab6-26dd-4c71-af86-dbf0b346ca13" providerId="AD" clId="Web-{2F805D3C-819B-4251-9170-7D9AF0A45E1B}" dt="2023-02-16T19:00:54.849" v="467"/>
          <ac:picMkLst>
            <pc:docMk/>
            <pc:sldMk cId="2564597168" sldId="296"/>
            <ac:picMk id="4" creationId="{5BDFD825-E87C-48FA-1DFA-64151F8BFB43}"/>
          </ac:picMkLst>
        </pc:picChg>
        <pc:picChg chg="add mod">
          <ac:chgData name="Vijayalaxmi Sonnad" userId="S::vijayalaxmi.sonnad-prt@alithya.com::e4391ab6-26dd-4c71-af86-dbf0b346ca13" providerId="AD" clId="Web-{2F805D3C-819B-4251-9170-7D9AF0A45E1B}" dt="2023-02-16T19:01:11.599" v="473" actId="14100"/>
          <ac:picMkLst>
            <pc:docMk/>
            <pc:sldMk cId="2564597168" sldId="296"/>
            <ac:picMk id="5" creationId="{7BD336E2-D9AE-0FA2-056A-CA49A30EEBF7}"/>
          </ac:picMkLst>
        </pc:picChg>
        <pc:picChg chg="add del mod">
          <ac:chgData name="Vijayalaxmi Sonnad" userId="S::vijayalaxmi.sonnad-prt@alithya.com::e4391ab6-26dd-4c71-af86-dbf0b346ca13" providerId="AD" clId="Web-{2F805D3C-819B-4251-9170-7D9AF0A45E1B}" dt="2023-02-16T19:01:32.928" v="476"/>
          <ac:picMkLst>
            <pc:docMk/>
            <pc:sldMk cId="2564597168" sldId="296"/>
            <ac:picMk id="6" creationId="{C155F7B4-23F1-29AC-3523-04F75923A6D0}"/>
          </ac:picMkLst>
        </pc:picChg>
        <pc:picChg chg="add mod">
          <ac:chgData name="Vijayalaxmi Sonnad" userId="S::vijayalaxmi.sonnad-prt@alithya.com::e4391ab6-26dd-4c71-af86-dbf0b346ca13" providerId="AD" clId="Web-{2F805D3C-819B-4251-9170-7D9AF0A45E1B}" dt="2023-02-16T19:02:01.694" v="479" actId="14100"/>
          <ac:picMkLst>
            <pc:docMk/>
            <pc:sldMk cId="2564597168" sldId="296"/>
            <ac:picMk id="7" creationId="{CEDC3173-6852-DF57-2B2F-4206DF7FDB7D}"/>
          </ac:picMkLst>
        </pc:picChg>
      </pc:sldChg>
    </pc:docChg>
  </pc:docChgLst>
  <pc:docChgLst>
    <pc:chgData name="Gopinath Soundarrajan" userId="S::gopinath.soundarrajan-prt@alithya.com::bcf81f26-00fb-4e7b-8047-a0ca5333a6c9" providerId="AD" clId="Web-{24237660-F6D6-BA88-EF57-6D61081953A2}"/>
    <pc:docChg chg="modSld">
      <pc:chgData name="Gopinath Soundarrajan" userId="S::gopinath.soundarrajan-prt@alithya.com::bcf81f26-00fb-4e7b-8047-a0ca5333a6c9" providerId="AD" clId="Web-{24237660-F6D6-BA88-EF57-6D61081953A2}" dt="2023-02-16T16:28:11.438" v="2"/>
      <pc:docMkLst>
        <pc:docMk/>
      </pc:docMkLst>
      <pc:sldChg chg="delSp modSp">
        <pc:chgData name="Gopinath Soundarrajan" userId="S::gopinath.soundarrajan-prt@alithya.com::bcf81f26-00fb-4e7b-8047-a0ca5333a6c9" providerId="AD" clId="Web-{24237660-F6D6-BA88-EF57-6D61081953A2}" dt="2023-02-16T16:28:11.438" v="2"/>
        <pc:sldMkLst>
          <pc:docMk/>
          <pc:sldMk cId="0" sldId="258"/>
        </pc:sldMkLst>
        <pc:picChg chg="del mod">
          <ac:chgData name="Gopinath Soundarrajan" userId="S::gopinath.soundarrajan-prt@alithya.com::bcf81f26-00fb-4e7b-8047-a0ca5333a6c9" providerId="AD" clId="Web-{24237660-F6D6-BA88-EF57-6D61081953A2}" dt="2023-02-16T16:28:11.438" v="2"/>
          <ac:picMkLst>
            <pc:docMk/>
            <pc:sldMk cId="0" sldId="258"/>
            <ac:picMk id="132" creationId="{00000000-0000-0000-0000-000000000000}"/>
          </ac:picMkLst>
        </pc:picChg>
      </pc:sldChg>
    </pc:docChg>
  </pc:docChgLst>
  <pc:docChgLst>
    <pc:chgData name="Vijayalaxmi Sonnad" userId="S::vijayalaxmi.sonnad-prt@alithya.com::e4391ab6-26dd-4c71-af86-dbf0b346ca13" providerId="AD" clId="Web-{F072A185-5BC7-4A17-BAF8-3725962D7CC9}"/>
    <pc:docChg chg="modSld">
      <pc:chgData name="Vijayalaxmi Sonnad" userId="S::vijayalaxmi.sonnad-prt@alithya.com::e4391ab6-26dd-4c71-af86-dbf0b346ca13" providerId="AD" clId="Web-{F072A185-5BC7-4A17-BAF8-3725962D7CC9}" dt="2023-02-16T20:31:08.147" v="50"/>
      <pc:docMkLst>
        <pc:docMk/>
      </pc:docMkLst>
      <pc:sldChg chg="addSp delSp modSp">
        <pc:chgData name="Vijayalaxmi Sonnad" userId="S::vijayalaxmi.sonnad-prt@alithya.com::e4391ab6-26dd-4c71-af86-dbf0b346ca13" providerId="AD" clId="Web-{F072A185-5BC7-4A17-BAF8-3725962D7CC9}" dt="2023-02-16T20:31:08.147" v="50"/>
        <pc:sldMkLst>
          <pc:docMk/>
          <pc:sldMk cId="1629636643" sldId="296"/>
        </pc:sldMkLst>
        <pc:spChg chg="mod">
          <ac:chgData name="Vijayalaxmi Sonnad" userId="S::vijayalaxmi.sonnad-prt@alithya.com::e4391ab6-26dd-4c71-af86-dbf0b346ca13" providerId="AD" clId="Web-{F072A185-5BC7-4A17-BAF8-3725962D7CC9}" dt="2023-02-16T20:03:10.498" v="19" actId="14100"/>
          <ac:spMkLst>
            <pc:docMk/>
            <pc:sldMk cId="1629636643" sldId="296"/>
            <ac:spMk id="4" creationId="{BB31F577-7A5F-D4DD-E4E6-074892B55F74}"/>
          </ac:spMkLst>
        </pc:spChg>
        <pc:spChg chg="mod">
          <ac:chgData name="Vijayalaxmi Sonnad" userId="S::vijayalaxmi.sonnad-prt@alithya.com::e4391ab6-26dd-4c71-af86-dbf0b346ca13" providerId="AD" clId="Web-{F072A185-5BC7-4A17-BAF8-3725962D7CC9}" dt="2023-02-16T20:02:32.888" v="16" actId="1076"/>
          <ac:spMkLst>
            <pc:docMk/>
            <pc:sldMk cId="1629636643" sldId="296"/>
            <ac:spMk id="5" creationId="{6400FBFE-B226-9478-A1A9-03B2489E609E}"/>
          </ac:spMkLst>
        </pc:spChg>
        <pc:spChg chg="mod">
          <ac:chgData name="Vijayalaxmi Sonnad" userId="S::vijayalaxmi.sonnad-prt@alithya.com::e4391ab6-26dd-4c71-af86-dbf0b346ca13" providerId="AD" clId="Web-{F072A185-5BC7-4A17-BAF8-3725962D7CC9}" dt="2023-02-16T20:05:45.110" v="24" actId="14100"/>
          <ac:spMkLst>
            <pc:docMk/>
            <pc:sldMk cId="1629636643" sldId="296"/>
            <ac:spMk id="15" creationId="{E2F3B0F9-E9C5-8255-6829-A7504D652943}"/>
          </ac:spMkLst>
        </pc:spChg>
        <pc:spChg chg="mod">
          <ac:chgData name="Vijayalaxmi Sonnad" userId="S::vijayalaxmi.sonnad-prt@alithya.com::e4391ab6-26dd-4c71-af86-dbf0b346ca13" providerId="AD" clId="Web-{F072A185-5BC7-4A17-BAF8-3725962D7CC9}" dt="2023-02-16T19:47:29.188" v="5" actId="20577"/>
          <ac:spMkLst>
            <pc:docMk/>
            <pc:sldMk cId="1629636643" sldId="296"/>
            <ac:spMk id="16" creationId="{22683EB4-26D3-E48C-B4EA-7B696C2F7D09}"/>
          </ac:spMkLst>
        </pc:spChg>
        <pc:spChg chg="mod">
          <ac:chgData name="Vijayalaxmi Sonnad" userId="S::vijayalaxmi.sonnad-prt@alithya.com::e4391ab6-26dd-4c71-af86-dbf0b346ca13" providerId="AD" clId="Web-{F072A185-5BC7-4A17-BAF8-3725962D7CC9}" dt="2023-02-16T20:12:18.287" v="30" actId="14100"/>
          <ac:spMkLst>
            <pc:docMk/>
            <pc:sldMk cId="1629636643" sldId="296"/>
            <ac:spMk id="284" creationId="{00000000-0000-0000-0000-000000000000}"/>
          </ac:spMkLst>
        </pc:spChg>
        <pc:spChg chg="mod">
          <ac:chgData name="Vijayalaxmi Sonnad" userId="S::vijayalaxmi.sonnad-prt@alithya.com::e4391ab6-26dd-4c71-af86-dbf0b346ca13" providerId="AD" clId="Web-{F072A185-5BC7-4A17-BAF8-3725962D7CC9}" dt="2023-02-16T20:24:09.485" v="43" actId="1076"/>
          <ac:spMkLst>
            <pc:docMk/>
            <pc:sldMk cId="1629636643" sldId="296"/>
            <ac:spMk id="330" creationId="{00000000-0000-0000-0000-000000000000}"/>
          </ac:spMkLst>
        </pc:spChg>
        <pc:spChg chg="mod">
          <ac:chgData name="Vijayalaxmi Sonnad" userId="S::vijayalaxmi.sonnad-prt@alithya.com::e4391ab6-26dd-4c71-af86-dbf0b346ca13" providerId="AD" clId="Web-{F072A185-5BC7-4A17-BAF8-3725962D7CC9}" dt="2023-02-16T20:21:06.748" v="31" actId="14100"/>
          <ac:spMkLst>
            <pc:docMk/>
            <pc:sldMk cId="1629636643" sldId="296"/>
            <ac:spMk id="375" creationId="{00000000-0000-0000-0000-000000000000}"/>
          </ac:spMkLst>
        </pc:spChg>
        <pc:spChg chg="mod">
          <ac:chgData name="Vijayalaxmi Sonnad" userId="S::vijayalaxmi.sonnad-prt@alithya.com::e4391ab6-26dd-4c71-af86-dbf0b346ca13" providerId="AD" clId="Web-{F072A185-5BC7-4A17-BAF8-3725962D7CC9}" dt="2023-02-16T20:22:15.280" v="39" actId="1076"/>
          <ac:spMkLst>
            <pc:docMk/>
            <pc:sldMk cId="1629636643" sldId="296"/>
            <ac:spMk id="380" creationId="{00000000-0000-0000-0000-000000000000}"/>
          </ac:spMkLst>
        </pc:spChg>
        <pc:spChg chg="mod">
          <ac:chgData name="Vijayalaxmi Sonnad" userId="S::vijayalaxmi.sonnad-prt@alithya.com::e4391ab6-26dd-4c71-af86-dbf0b346ca13" providerId="AD" clId="Web-{F072A185-5BC7-4A17-BAF8-3725962D7CC9}" dt="2023-02-16T20:29:45.333" v="46" actId="1076"/>
          <ac:spMkLst>
            <pc:docMk/>
            <pc:sldMk cId="1629636643" sldId="296"/>
            <ac:spMk id="386" creationId="{00000000-0000-0000-0000-000000000000}"/>
          </ac:spMkLst>
        </pc:spChg>
        <pc:grpChg chg="mod">
          <ac:chgData name="Vijayalaxmi Sonnad" userId="S::vijayalaxmi.sonnad-prt@alithya.com::e4391ab6-26dd-4c71-af86-dbf0b346ca13" providerId="AD" clId="Web-{F072A185-5BC7-4A17-BAF8-3725962D7CC9}" dt="2023-02-16T20:05:53.563" v="26" actId="1076"/>
          <ac:grpSpMkLst>
            <pc:docMk/>
            <pc:sldMk cId="1629636643" sldId="296"/>
            <ac:grpSpMk id="8" creationId="{94637E0A-FFA0-5A1B-7180-211EC70B9239}"/>
          </ac:grpSpMkLst>
        </pc:grpChg>
        <pc:grpChg chg="mod">
          <ac:chgData name="Vijayalaxmi Sonnad" userId="S::vijayalaxmi.sonnad-prt@alithya.com::e4391ab6-26dd-4c71-af86-dbf0b346ca13" providerId="AD" clId="Web-{F072A185-5BC7-4A17-BAF8-3725962D7CC9}" dt="2023-02-16T20:03:46.499" v="21" actId="1076"/>
          <ac:grpSpMkLst>
            <pc:docMk/>
            <pc:sldMk cId="1629636643" sldId="296"/>
            <ac:grpSpMk id="11" creationId="{4E41479B-16B9-2F9D-41C3-E41BCD996A06}"/>
          </ac:grpSpMkLst>
        </pc:grpChg>
        <pc:grpChg chg="mod">
          <ac:chgData name="Vijayalaxmi Sonnad" userId="S::vijayalaxmi.sonnad-prt@alithya.com::e4391ab6-26dd-4c71-af86-dbf0b346ca13" providerId="AD" clId="Web-{F072A185-5BC7-4A17-BAF8-3725962D7CC9}" dt="2023-02-16T20:06:30.751" v="28" actId="1076"/>
          <ac:grpSpMkLst>
            <pc:docMk/>
            <pc:sldMk cId="1629636643" sldId="296"/>
            <ac:grpSpMk id="14" creationId="{A38D7A82-8391-CAF8-DCF8-0BF3B78A7359}"/>
          </ac:grpSpMkLst>
        </pc:grpChg>
        <pc:grpChg chg="mod">
          <ac:chgData name="Vijayalaxmi Sonnad" userId="S::vijayalaxmi.sonnad-prt@alithya.com::e4391ab6-26dd-4c71-af86-dbf0b346ca13" providerId="AD" clId="Web-{F072A185-5BC7-4A17-BAF8-3725962D7CC9}" dt="2023-02-16T20:23:06.859" v="40" actId="14100"/>
          <ac:grpSpMkLst>
            <pc:docMk/>
            <pc:sldMk cId="1629636643" sldId="296"/>
            <ac:grpSpMk id="263" creationId="{00000000-0000-0000-0000-000000000000}"/>
          </ac:grpSpMkLst>
        </pc:grpChg>
        <pc:grpChg chg="mod">
          <ac:chgData name="Vijayalaxmi Sonnad" userId="S::vijayalaxmi.sonnad-prt@alithya.com::e4391ab6-26dd-4c71-af86-dbf0b346ca13" providerId="AD" clId="Web-{F072A185-5BC7-4A17-BAF8-3725962D7CC9}" dt="2023-02-16T19:54:15.866" v="7" actId="14100"/>
          <ac:grpSpMkLst>
            <pc:docMk/>
            <pc:sldMk cId="1629636643" sldId="296"/>
            <ac:grpSpMk id="279" creationId="{00000000-0000-0000-0000-000000000000}"/>
          </ac:grpSpMkLst>
        </pc:grpChg>
        <pc:grpChg chg="mod">
          <ac:chgData name="Vijayalaxmi Sonnad" userId="S::vijayalaxmi.sonnad-prt@alithya.com::e4391ab6-26dd-4c71-af86-dbf0b346ca13" providerId="AD" clId="Web-{F072A185-5BC7-4A17-BAF8-3725962D7CC9}" dt="2023-02-16T20:24:05.672" v="42" actId="1076"/>
          <ac:grpSpMkLst>
            <pc:docMk/>
            <pc:sldMk cId="1629636643" sldId="296"/>
            <ac:grpSpMk id="325" creationId="{00000000-0000-0000-0000-000000000000}"/>
          </ac:grpSpMkLst>
        </pc:grpChg>
        <pc:grpChg chg="mod">
          <ac:chgData name="Vijayalaxmi Sonnad" userId="S::vijayalaxmi.sonnad-prt@alithya.com::e4391ab6-26dd-4c71-af86-dbf0b346ca13" providerId="AD" clId="Web-{F072A185-5BC7-4A17-BAF8-3725962D7CC9}" dt="2023-02-16T20:24:13.813" v="44" actId="1076"/>
          <ac:grpSpMkLst>
            <pc:docMk/>
            <pc:sldMk cId="1629636643" sldId="296"/>
            <ac:grpSpMk id="331" creationId="{00000000-0000-0000-0000-000000000000}"/>
          </ac:grpSpMkLst>
        </pc:grpChg>
        <pc:grpChg chg="mod">
          <ac:chgData name="Vijayalaxmi Sonnad" userId="S::vijayalaxmi.sonnad-prt@alithya.com::e4391ab6-26dd-4c71-af86-dbf0b346ca13" providerId="AD" clId="Web-{F072A185-5BC7-4A17-BAF8-3725962D7CC9}" dt="2023-02-16T20:23:20.265" v="41" actId="1076"/>
          <ac:grpSpMkLst>
            <pc:docMk/>
            <pc:sldMk cId="1629636643" sldId="296"/>
            <ac:grpSpMk id="334" creationId="{00000000-0000-0000-0000-000000000000}"/>
          </ac:grpSpMkLst>
        </pc:grpChg>
        <pc:picChg chg="add del mod">
          <ac:chgData name="Vijayalaxmi Sonnad" userId="S::vijayalaxmi.sonnad-prt@alithya.com::e4391ab6-26dd-4c71-af86-dbf0b346ca13" providerId="AD" clId="Web-{F072A185-5BC7-4A17-BAF8-3725962D7CC9}" dt="2023-02-16T20:31:08.147" v="50"/>
          <ac:picMkLst>
            <pc:docMk/>
            <pc:sldMk cId="1629636643" sldId="296"/>
            <ac:picMk id="25" creationId="{5D27166F-112E-6CEB-9DF8-79EDD0D73416}"/>
          </ac:picMkLst>
        </pc:picChg>
        <pc:cxnChg chg="add">
          <ac:chgData name="Vijayalaxmi Sonnad" userId="S::vijayalaxmi.sonnad-prt@alithya.com::e4391ab6-26dd-4c71-af86-dbf0b346ca13" providerId="AD" clId="Web-{F072A185-5BC7-4A17-BAF8-3725962D7CC9}" dt="2023-02-16T20:26:43.205" v="45"/>
          <ac:cxnSpMkLst>
            <pc:docMk/>
            <pc:sldMk cId="1629636643" sldId="296"/>
            <ac:cxnSpMk id="22" creationId="{12B752E3-D7AA-82B8-3915-E070A365449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18" name="LA logo" descr="LA logo"/>
          <p:cNvPicPr>
            <a:picLocks noChangeAspect="1"/>
          </p:cNvPicPr>
          <p:nvPr/>
        </p:nvPicPr>
        <p:blipFill>
          <a:blip r:embed="rId2" cstate="print">
            <a:alphaModFix amt="23000"/>
          </a:blip>
          <a:stretch>
            <a:fillRect/>
          </a:stretch>
        </p:blipFill>
        <p:spPr>
          <a:xfrm>
            <a:off x="-213155" y="-834455"/>
            <a:ext cx="9814356" cy="11071235"/>
          </a:xfrm>
          <a:prstGeom prst="rect">
            <a:avLst/>
          </a:prstGeom>
          <a:ln w="12700">
            <a:miter lim="400000"/>
          </a:ln>
          <a:effectLst>
            <a:outerShdw blurRad="762000" dist="50800" dir="8640000" rotWithShape="0">
              <a:srgbClr val="000000">
                <a:alpha val="43137"/>
              </a:srgbClr>
            </a:outerShdw>
          </a:effectLst>
        </p:spPr>
      </p:pic>
      <p:sp>
        <p:nvSpPr>
          <p:cNvPr id="19" name="Body Level One…"/>
          <p:cNvSpPr txBox="1">
            <a:spLocks noGrp="1"/>
          </p:cNvSpPr>
          <p:nvPr>
            <p:ph type="body" sz="quarter" idx="1" hasCustomPrompt="1"/>
          </p:nvPr>
        </p:nvSpPr>
        <p:spPr>
          <a:xfrm>
            <a:off x="979357" y="1607663"/>
            <a:ext cx="6088064" cy="1576389"/>
          </a:xfrm>
          <a:prstGeom prst="rect">
            <a:avLst/>
          </a:prstGeom>
        </p:spPr>
        <p:txBody>
          <a:bodyPr/>
          <a:lstStyle>
            <a:lvl1pPr marL="0" indent="0">
              <a:buSzTx/>
              <a:buFontTx/>
              <a:buNone/>
              <a:defRPr sz="4800">
                <a:solidFill>
                  <a:srgbClr val="00338D"/>
                </a:solidFill>
                <a:latin typeface="KPMG Light"/>
                <a:ea typeface="KPMG Light"/>
                <a:cs typeface="KPMG Light"/>
                <a:sym typeface="KPMG Light"/>
              </a:defRPr>
            </a:lvl1pPr>
            <a:lvl2pPr marL="0" indent="0">
              <a:buSzTx/>
              <a:buFontTx/>
              <a:buNone/>
              <a:defRPr sz="4800">
                <a:solidFill>
                  <a:srgbClr val="00338D"/>
                </a:solidFill>
                <a:latin typeface="KPMG Light"/>
                <a:ea typeface="KPMG Light"/>
                <a:cs typeface="KPMG Light"/>
                <a:sym typeface="KPMG Light"/>
              </a:defRPr>
            </a:lvl2pPr>
            <a:lvl3pPr marL="0" indent="0">
              <a:buSzTx/>
              <a:buFontTx/>
              <a:buNone/>
              <a:defRPr sz="4800">
                <a:solidFill>
                  <a:srgbClr val="00338D"/>
                </a:solidFill>
                <a:latin typeface="KPMG Light"/>
                <a:ea typeface="KPMG Light"/>
                <a:cs typeface="KPMG Light"/>
                <a:sym typeface="KPMG Light"/>
              </a:defRPr>
            </a:lvl3pPr>
            <a:lvl4pPr marL="0" indent="1371600">
              <a:buSzTx/>
              <a:buFontTx/>
              <a:buNone/>
              <a:defRPr sz="4800">
                <a:solidFill>
                  <a:srgbClr val="00338D"/>
                </a:solidFill>
                <a:latin typeface="KPMG Light"/>
                <a:ea typeface="KPMG Light"/>
                <a:cs typeface="KPMG Light"/>
                <a:sym typeface="KPMG Light"/>
              </a:defRPr>
            </a:lvl4pPr>
            <a:lvl5pPr marL="0" indent="1828800">
              <a:buSzTx/>
              <a:buFontTx/>
              <a:buNone/>
              <a:defRPr sz="4800">
                <a:solidFill>
                  <a:srgbClr val="00338D"/>
                </a:solidFill>
                <a:latin typeface="KPMG Light"/>
                <a:ea typeface="KPMG Light"/>
                <a:cs typeface="KPMG Light"/>
                <a:sym typeface="KPMG Light"/>
              </a:defRPr>
            </a:lvl5pPr>
          </a:lstStyle>
          <a:p>
            <a:r>
              <a:t>Click to edit Title</a:t>
            </a:r>
          </a:p>
          <a:p>
            <a:pPr lvl="1"/>
            <a:endParaRPr/>
          </a:p>
          <a:p>
            <a:pPr lvl="2"/>
            <a:endParaRPr/>
          </a:p>
          <a:p>
            <a:pPr lvl="3"/>
            <a:endParaRPr/>
          </a:p>
          <a:p>
            <a:pPr lvl="4"/>
            <a:endParaRPr/>
          </a:p>
        </p:txBody>
      </p:sp>
      <p:grpSp>
        <p:nvGrpSpPr>
          <p:cNvPr id="23" name="Group 6"/>
          <p:cNvGrpSpPr/>
          <p:nvPr/>
        </p:nvGrpSpPr>
        <p:grpSpPr>
          <a:xfrm>
            <a:off x="0" y="328997"/>
            <a:ext cx="13149576" cy="1128483"/>
            <a:chOff x="0" y="0"/>
            <a:chExt cx="13149576" cy="1128482"/>
          </a:xfrm>
        </p:grpSpPr>
        <p:sp>
          <p:nvSpPr>
            <p:cNvPr id="20" name="GREEN BANNER BG"/>
            <p:cNvSpPr/>
            <p:nvPr/>
          </p:nvSpPr>
          <p:spPr>
            <a:xfrm>
              <a:off x="-1" y="0"/>
              <a:ext cx="10407417" cy="11284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7"/>
                  </a:lnTo>
                  <a:lnTo>
                    <a:pt x="20378" y="21401"/>
                  </a:lnTo>
                  <a:lnTo>
                    <a:pt x="0" y="21600"/>
                  </a:lnTo>
                  <a:lnTo>
                    <a:pt x="0" y="0"/>
                  </a:lnTo>
                  <a:close/>
                </a:path>
              </a:pathLst>
            </a:custGeom>
            <a:solidFill>
              <a:srgbClr val="76A540">
                <a:alpha val="7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21" name="BLACK BANNER BG"/>
            <p:cNvSpPr/>
            <p:nvPr/>
          </p:nvSpPr>
          <p:spPr>
            <a:xfrm>
              <a:off x="9890586" y="5815"/>
              <a:ext cx="3258991" cy="1119493"/>
            </a:xfrm>
            <a:custGeom>
              <a:avLst/>
              <a:gdLst/>
              <a:ahLst/>
              <a:cxnLst>
                <a:cxn ang="0">
                  <a:pos x="wd2" y="hd2"/>
                </a:cxn>
                <a:cxn ang="5400000">
                  <a:pos x="wd2" y="hd2"/>
                </a:cxn>
                <a:cxn ang="10800000">
                  <a:pos x="wd2" y="hd2"/>
                </a:cxn>
                <a:cxn ang="16200000">
                  <a:pos x="wd2" y="hd2"/>
                </a:cxn>
              </a:cxnLst>
              <a:rect l="0" t="0" r="r" b="b"/>
              <a:pathLst>
                <a:path w="21599" h="21600" extrusionOk="0">
                  <a:moveTo>
                    <a:pt x="3846" y="0"/>
                  </a:moveTo>
                  <a:lnTo>
                    <a:pt x="21599" y="35"/>
                  </a:lnTo>
                  <a:cubicBezTo>
                    <a:pt x="21600" y="7154"/>
                    <a:pt x="21481" y="14481"/>
                    <a:pt x="21482" y="21600"/>
                  </a:cubicBezTo>
                  <a:lnTo>
                    <a:pt x="0" y="21563"/>
                  </a:lnTo>
                  <a:lnTo>
                    <a:pt x="3846" y="0"/>
                  </a:lnTo>
                  <a:close/>
                </a:path>
              </a:pathLst>
            </a:custGeom>
            <a:solidFill>
              <a:srgbClr val="000000">
                <a:alpha val="5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pic>
          <p:nvPicPr>
            <p:cNvPr id="22" name="POLA LOGO" descr="POLA LOGO"/>
            <p:cNvPicPr>
              <a:picLocks noChangeAspect="1"/>
            </p:cNvPicPr>
            <p:nvPr/>
          </p:nvPicPr>
          <p:blipFill>
            <a:blip r:embed="rId3" cstate="print"/>
            <a:stretch>
              <a:fillRect/>
            </a:stretch>
          </p:blipFill>
          <p:spPr>
            <a:xfrm>
              <a:off x="10809516" y="81837"/>
              <a:ext cx="850271" cy="921126"/>
            </a:xfrm>
            <a:prstGeom prst="rect">
              <a:avLst/>
            </a:prstGeom>
            <a:ln w="12700" cap="flat">
              <a:noFill/>
              <a:miter lim="400000"/>
            </a:ln>
            <a:effectLst>
              <a:outerShdw blurRad="50800" dist="38100" dir="2700000" rotWithShape="0">
                <a:srgbClr val="000000">
                  <a:alpha val="40000"/>
                </a:srgbClr>
              </a:outerShdw>
            </a:effectLst>
          </p:spPr>
        </p:pic>
      </p:grpSp>
      <p:sp>
        <p:nvSpPr>
          <p:cNvPr id="24" name="Left Triangle "/>
          <p:cNvSpPr/>
          <p:nvPr/>
        </p:nvSpPr>
        <p:spPr>
          <a:xfrm rot="5400000">
            <a:off x="-3517938" y="1480991"/>
            <a:ext cx="6858003" cy="38960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rgbClr val="76A541">
              <a:alpha val="30000"/>
            </a:srgbClr>
          </a:solidFill>
          <a:ln w="12700">
            <a:miter lim="400000"/>
          </a:ln>
        </p:spPr>
        <p:txBody>
          <a:bodyPr lIns="45719" rIns="45719" anchor="ctr"/>
          <a:lstStyle/>
          <a:p>
            <a:pPr algn="ctr">
              <a:defRPr>
                <a:solidFill>
                  <a:srgbClr val="FFFFFF"/>
                </a:solidFill>
              </a:defRPr>
            </a:pPr>
            <a:endParaRPr/>
          </a:p>
        </p:txBody>
      </p:sp>
      <p:sp>
        <p:nvSpPr>
          <p:cNvPr id="25" name="Text Placeholder 5"/>
          <p:cNvSpPr txBox="1"/>
          <p:nvPr/>
        </p:nvSpPr>
        <p:spPr>
          <a:xfrm>
            <a:off x="1177407" y="4261456"/>
            <a:ext cx="3241785" cy="10783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spcBef>
                <a:spcPts val="600"/>
              </a:spcBef>
              <a:defRPr sz="1400" b="1">
                <a:solidFill>
                  <a:srgbClr val="00338D"/>
                </a:solidFill>
                <a:latin typeface="Arial"/>
                <a:ea typeface="Arial"/>
                <a:cs typeface="Arial"/>
                <a:sym typeface="Arial"/>
              </a:defRPr>
            </a:pPr>
            <a:r>
              <a:t>The Port of Los Angeles</a:t>
            </a:r>
            <a:endParaRPr>
              <a:solidFill>
                <a:srgbClr val="323232"/>
              </a:solidFill>
              <a:latin typeface="+mj-lt"/>
              <a:ea typeface="+mj-ea"/>
              <a:cs typeface="+mj-cs"/>
              <a:sym typeface="Calibri"/>
            </a:endParaRPr>
          </a:p>
          <a:p>
            <a:pPr>
              <a:spcBef>
                <a:spcPts val="600"/>
              </a:spcBef>
              <a:defRPr sz="1200">
                <a:solidFill>
                  <a:srgbClr val="00338D"/>
                </a:solidFill>
                <a:latin typeface="Arial"/>
                <a:ea typeface="Arial"/>
                <a:cs typeface="Arial"/>
                <a:sym typeface="Arial"/>
              </a:defRPr>
            </a:pPr>
            <a:r>
              <a:t>Oracle Enterprise Resource Planning (ERP) Cloud Solution for The City of Los Angeles Harbor Department (Harbor Department)</a:t>
            </a:r>
            <a:endParaRPr sz="1400" b="1">
              <a:solidFill>
                <a:srgbClr val="323232"/>
              </a:solidFill>
              <a:latin typeface="+mj-lt"/>
              <a:ea typeface="+mj-ea"/>
              <a:cs typeface="+mj-cs"/>
              <a:sym typeface="Calibri"/>
            </a:endParaRPr>
          </a:p>
        </p:txBody>
      </p:sp>
      <p:sp>
        <p:nvSpPr>
          <p:cNvPr id="26" name="Slide Number"/>
          <p:cNvSpPr txBox="1">
            <a:spLocks noGrp="1"/>
          </p:cNvSpPr>
          <p:nvPr>
            <p:ph type="sldNum" sz="quarter" idx="2"/>
          </p:nvPr>
        </p:nvSpPr>
        <p:spPr>
          <a:xfrm>
            <a:off x="8610600" y="6356350"/>
            <a:ext cx="245750" cy="225708"/>
          </a:xfrm>
          <a:prstGeom prst="rect">
            <a:avLst/>
          </a:prstGeom>
        </p:spPr>
        <p:txBody>
          <a:bodyPr/>
          <a:lstStyle>
            <a:lvl1pPr>
              <a:defRPr sz="1100"/>
            </a:lvl1p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Slide 0">
    <p:spTree>
      <p:nvGrpSpPr>
        <p:cNvPr id="1" name=""/>
        <p:cNvGrpSpPr/>
        <p:nvPr/>
      </p:nvGrpSpPr>
      <p:grpSpPr>
        <a:xfrm>
          <a:off x="0" y="0"/>
          <a:ext cx="0" cy="0"/>
          <a:chOff x="0" y="0"/>
          <a:chExt cx="0" cy="0"/>
        </a:xfrm>
      </p:grpSpPr>
      <p:sp>
        <p:nvSpPr>
          <p:cNvPr id="33" name="Body Level One…"/>
          <p:cNvSpPr txBox="1">
            <a:spLocks noGrp="1"/>
          </p:cNvSpPr>
          <p:nvPr>
            <p:ph type="body" sz="quarter" idx="1" hasCustomPrompt="1"/>
          </p:nvPr>
        </p:nvSpPr>
        <p:spPr>
          <a:xfrm>
            <a:off x="979357" y="1607663"/>
            <a:ext cx="6088064" cy="1576389"/>
          </a:xfrm>
          <a:prstGeom prst="rect">
            <a:avLst/>
          </a:prstGeom>
        </p:spPr>
        <p:txBody>
          <a:bodyPr/>
          <a:lstStyle>
            <a:lvl1pPr marL="0" indent="0">
              <a:buSzTx/>
              <a:buFontTx/>
              <a:buNone/>
              <a:defRPr sz="4800">
                <a:solidFill>
                  <a:srgbClr val="00338D"/>
                </a:solidFill>
                <a:latin typeface="KPMG Light"/>
                <a:ea typeface="KPMG Light"/>
                <a:cs typeface="KPMG Light"/>
                <a:sym typeface="KPMG Light"/>
              </a:defRPr>
            </a:lvl1pPr>
            <a:lvl2pPr marL="0" indent="0">
              <a:buSzTx/>
              <a:buFontTx/>
              <a:buNone/>
              <a:defRPr sz="4800">
                <a:solidFill>
                  <a:srgbClr val="00338D"/>
                </a:solidFill>
                <a:latin typeface="KPMG Light"/>
                <a:ea typeface="KPMG Light"/>
                <a:cs typeface="KPMG Light"/>
                <a:sym typeface="KPMG Light"/>
              </a:defRPr>
            </a:lvl2pPr>
            <a:lvl3pPr marL="0" indent="0">
              <a:buSzTx/>
              <a:buFontTx/>
              <a:buNone/>
              <a:defRPr sz="4800">
                <a:solidFill>
                  <a:srgbClr val="00338D"/>
                </a:solidFill>
                <a:latin typeface="KPMG Light"/>
                <a:ea typeface="KPMG Light"/>
                <a:cs typeface="KPMG Light"/>
                <a:sym typeface="KPMG Light"/>
              </a:defRPr>
            </a:lvl3pPr>
            <a:lvl4pPr marL="0" indent="1371600">
              <a:buSzTx/>
              <a:buFontTx/>
              <a:buNone/>
              <a:defRPr sz="4800">
                <a:solidFill>
                  <a:srgbClr val="00338D"/>
                </a:solidFill>
                <a:latin typeface="KPMG Light"/>
                <a:ea typeface="KPMG Light"/>
                <a:cs typeface="KPMG Light"/>
                <a:sym typeface="KPMG Light"/>
              </a:defRPr>
            </a:lvl4pPr>
            <a:lvl5pPr marL="0" indent="1828800">
              <a:buSzTx/>
              <a:buFontTx/>
              <a:buNone/>
              <a:defRPr sz="4800">
                <a:solidFill>
                  <a:srgbClr val="00338D"/>
                </a:solidFill>
                <a:latin typeface="KPMG Light"/>
                <a:ea typeface="KPMG Light"/>
                <a:cs typeface="KPMG Light"/>
                <a:sym typeface="KPMG Light"/>
              </a:defRPr>
            </a:lvl5pPr>
          </a:lstStyle>
          <a:p>
            <a:r>
              <a:t>Click to edit Title</a:t>
            </a:r>
          </a:p>
          <a:p>
            <a:pPr lvl="1"/>
            <a:endParaRPr/>
          </a:p>
          <a:p>
            <a:pPr lvl="2"/>
            <a:endParaRPr/>
          </a:p>
          <a:p>
            <a:pPr lvl="3"/>
            <a:endParaRPr/>
          </a:p>
          <a:p>
            <a:pPr lvl="4"/>
            <a:endParaRPr/>
          </a:p>
        </p:txBody>
      </p:sp>
      <p:sp>
        <p:nvSpPr>
          <p:cNvPr id="34" name="Slide Number"/>
          <p:cNvSpPr txBox="1">
            <a:spLocks noGrp="1"/>
          </p:cNvSpPr>
          <p:nvPr>
            <p:ph type="sldNum" sz="quarter" idx="2"/>
          </p:nvPr>
        </p:nvSpPr>
        <p:spPr>
          <a:xfrm>
            <a:off x="8610600" y="6356350"/>
            <a:ext cx="245750" cy="225708"/>
          </a:xfrm>
          <a:prstGeom prst="rect">
            <a:avLst/>
          </a:prstGeom>
        </p:spPr>
        <p:txBody>
          <a:bodyPr/>
          <a:lstStyle>
            <a:lvl1pPr>
              <a:defRPr sz="1100"/>
            </a:lvl1p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4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2" name="Title Text"/>
          <p:cNvSpPr txBox="1">
            <a:spLocks noGrp="1"/>
          </p:cNvSpPr>
          <p:nvPr>
            <p:ph type="title"/>
          </p:nvPr>
        </p:nvSpPr>
        <p:spPr>
          <a:prstGeom prst="rect">
            <a:avLst/>
          </a:prstGeom>
        </p:spPr>
        <p:txBody>
          <a:bodyPr/>
          <a:lstStyle/>
          <a:p>
            <a:r>
              <a:t>Title Text</a:t>
            </a:r>
          </a:p>
        </p:txBody>
      </p:sp>
      <p:sp>
        <p:nvSpPr>
          <p:cNvPr id="4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0" name="Title Text"/>
          <p:cNvSpPr txBox="1">
            <a:spLocks noGrp="1"/>
          </p:cNvSpPr>
          <p:nvPr>
            <p:ph type="title"/>
          </p:nvPr>
        </p:nvSpPr>
        <p:spPr>
          <a:prstGeom prst="rect">
            <a:avLst/>
          </a:prstGeom>
        </p:spPr>
        <p:txBody>
          <a:bodyPr/>
          <a:lstStyle/>
          <a:p>
            <a:r>
              <a:t>Title Text</a:t>
            </a:r>
          </a:p>
        </p:txBody>
      </p:sp>
      <p:sp>
        <p:nvSpPr>
          <p:cNvPr id="51"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9"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60"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61" name="Title Text"/>
          <p:cNvSpPr txBox="1">
            <a:spLocks noGrp="1"/>
          </p:cNvSpPr>
          <p:nvPr>
            <p:ph type="title"/>
          </p:nvPr>
        </p:nvSpPr>
        <p:spPr>
          <a:prstGeom prst="rect">
            <a:avLst/>
          </a:prstGeom>
        </p:spPr>
        <p:txBody>
          <a:bodyPr/>
          <a:lstStyle/>
          <a:p>
            <a:r>
              <a:t>Title Text</a:t>
            </a:r>
          </a:p>
        </p:txBody>
      </p:sp>
      <p:sp>
        <p:nvSpPr>
          <p:cNvPr id="62"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9" name="Title Text"/>
          <p:cNvSpPr txBox="1">
            <a:spLocks noGrp="1"/>
          </p:cNvSpPr>
          <p:nvPr>
            <p:ph type="title"/>
          </p:nvPr>
        </p:nvSpPr>
        <p:spPr>
          <a:prstGeom prst="rect">
            <a:avLst/>
          </a:prstGeom>
        </p:spPr>
        <p:txBody>
          <a:bodyPr/>
          <a:lstStyle/>
          <a:p>
            <a:r>
              <a:t>Title Text</a:t>
            </a:r>
          </a:p>
        </p:txBody>
      </p:sp>
      <p:sp>
        <p:nvSpPr>
          <p:cNvPr id="70"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5" name="Title Text"/>
          <p:cNvSpPr txBox="1">
            <a:spLocks noGrp="1"/>
          </p:cNvSpPr>
          <p:nvPr>
            <p:ph type="title"/>
          </p:nvPr>
        </p:nvSpPr>
        <p:spPr>
          <a:xfrm>
            <a:off x="1524000" y="1122362"/>
            <a:ext cx="9144000" cy="2387601"/>
          </a:xfrm>
          <a:prstGeom prst="rect">
            <a:avLst/>
          </a:prstGeom>
        </p:spPr>
        <p:txBody>
          <a:bodyPr anchor="b"/>
          <a:lstStyle>
            <a:lvl1pPr algn="ctr">
              <a:defRPr sz="6000">
                <a:solidFill>
                  <a:srgbClr val="000000"/>
                </a:solidFill>
              </a:defRPr>
            </a:lvl1pPr>
          </a:lstStyle>
          <a:p>
            <a:r>
              <a:t>Title Text</a:t>
            </a:r>
          </a:p>
        </p:txBody>
      </p:sp>
      <p:sp>
        <p:nvSpPr>
          <p:cNvPr id="86"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solidFill>
                  <a:srgbClr val="000000"/>
                </a:solidFill>
              </a:defRPr>
            </a:lvl1pPr>
            <a:lvl2pPr marL="0" indent="457200" algn="ctr">
              <a:buSzTx/>
              <a:buFontTx/>
              <a:buNone/>
              <a:defRPr sz="2400">
                <a:solidFill>
                  <a:srgbClr val="000000"/>
                </a:solidFill>
              </a:defRPr>
            </a:lvl2pPr>
            <a:lvl3pPr marL="0" indent="914400" algn="ctr">
              <a:buSzTx/>
              <a:buFontTx/>
              <a:buNone/>
              <a:defRPr sz="2400">
                <a:solidFill>
                  <a:srgbClr val="000000"/>
                </a:solidFill>
              </a:defRPr>
            </a:lvl3pPr>
            <a:lvl4pPr marL="0" indent="1371600" algn="ctr">
              <a:buSzTx/>
              <a:buFontTx/>
              <a:buNone/>
              <a:defRPr sz="2400">
                <a:solidFill>
                  <a:srgbClr val="000000"/>
                </a:solidFill>
              </a:defRPr>
            </a:lvl4pPr>
            <a:lvl5pPr marL="0" indent="1828800" algn="ctr">
              <a:buSzTx/>
              <a:buFont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87" name="Slide Number"/>
          <p:cNvSpPr txBox="1">
            <a:spLocks noGrp="1"/>
          </p:cNvSpPr>
          <p:nvPr>
            <p:ph type="sldNum" sz="quarter" idx="2"/>
          </p:nvPr>
        </p:nvSpPr>
        <p:spPr>
          <a:xfrm>
            <a:off x="0" y="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3" name="Slide Number"/>
          <p:cNvSpPr txBox="1">
            <a:spLocks noGrp="1"/>
          </p:cNvSpPr>
          <p:nvPr>
            <p:ph type="sldNum" sz="quarter" idx="2"/>
          </p:nvPr>
        </p:nvSpPr>
        <p:spPr>
          <a:xfrm>
            <a:off x="8610600" y="6356350"/>
            <a:ext cx="335866" cy="333088"/>
          </a:xfrm>
          <a:prstGeom prst="rect">
            <a:avLst/>
          </a:prstGeom>
        </p:spPr>
        <p:txBody>
          <a:bodyPr/>
          <a:lstStyle>
            <a:lvl1pPr>
              <a:defRPr sz="1800">
                <a:solidFill>
                  <a:srgbClr val="000000"/>
                </a:solidFill>
              </a:defRPr>
            </a:lvl1pPr>
          </a:lstStyle>
          <a:p>
            <a:fld id="{86CB4B4D-7CA3-9044-876B-883B54F8677D}" type="slidenum">
              <a:rPr/>
              <a:p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F05CBEE-3B92-47DF-9FE3-F88C7E3962BF}" type="datetimeFigureOut">
              <a:rPr lang="en-IN" smtClean="0"/>
              <a:t>09-05-2023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E96578-D65B-43FB-93A3-62721761ED19}" type="slidenum">
              <a:rPr lang="en-IN" smtClean="0"/>
              <a:t>‹#›</a:t>
            </a:fld>
            <a:endParaRPr lang="en-IN"/>
          </a:p>
        </p:txBody>
      </p:sp>
    </p:spTree>
    <p:extLst>
      <p:ext uri="{BB962C8B-B14F-4D97-AF65-F5344CB8AC3E}">
        <p14:creationId xmlns:p14="http://schemas.microsoft.com/office/powerpoint/2010/main" val="2277308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1"/>
          </a:xfrm>
          <a:prstGeom prst="rect">
            <a:avLst/>
          </a:prstGeom>
          <a:ln w="12700">
            <a:solidFill>
              <a:srgbClr val="78230B"/>
            </a:solidFill>
            <a:miter/>
          </a:ln>
        </p:spPr>
        <p:txBody>
          <a:bodyPr lIns="45719" rIns="45719" anchor="ctr"/>
          <a:lstStyle/>
          <a:p>
            <a:pPr algn="ctr">
              <a:defRPr>
                <a:solidFill>
                  <a:srgbClr val="FFFFFF"/>
                </a:solidFill>
              </a:defRPr>
            </a:pPr>
            <a:endParaRPr/>
          </a:p>
        </p:txBody>
      </p:sp>
      <p:pic>
        <p:nvPicPr>
          <p:cNvPr id="3" name="image1.png" descr="image1.png"/>
          <p:cNvPicPr>
            <a:picLocks noChangeAspect="1"/>
          </p:cNvPicPr>
          <p:nvPr/>
        </p:nvPicPr>
        <p:blipFill>
          <a:blip r:embed="rId11" cstate="print"/>
          <a:stretch>
            <a:fillRect/>
          </a:stretch>
        </p:blipFill>
        <p:spPr>
          <a:xfrm>
            <a:off x="10407415" y="208912"/>
            <a:ext cx="1442086" cy="685801"/>
          </a:xfrm>
          <a:prstGeom prst="rect">
            <a:avLst/>
          </a:prstGeom>
          <a:ln w="12700">
            <a:miter lim="400000"/>
          </a:ln>
        </p:spPr>
      </p:pic>
      <p:pic>
        <p:nvPicPr>
          <p:cNvPr id="4" name="Picture 4" descr="Picture 4"/>
          <p:cNvPicPr>
            <a:picLocks noChangeAspect="1"/>
          </p:cNvPicPr>
          <p:nvPr/>
        </p:nvPicPr>
        <p:blipFill>
          <a:blip r:embed="rId12" cstate="print"/>
          <a:stretch>
            <a:fillRect/>
          </a:stretch>
        </p:blipFill>
        <p:spPr>
          <a:xfrm>
            <a:off x="11133259" y="5799259"/>
            <a:ext cx="1058741" cy="1058741"/>
          </a:xfrm>
          <a:prstGeom prst="rect">
            <a:avLst/>
          </a:prstGeom>
          <a:ln w="12700">
            <a:miter lim="400000"/>
          </a:ln>
        </p:spPr>
      </p:pic>
      <p:grpSp>
        <p:nvGrpSpPr>
          <p:cNvPr id="8" name="Group 18"/>
          <p:cNvGrpSpPr/>
          <p:nvPr/>
        </p:nvGrpSpPr>
        <p:grpSpPr>
          <a:xfrm>
            <a:off x="0" y="328997"/>
            <a:ext cx="13149576" cy="1128483"/>
            <a:chOff x="0" y="0"/>
            <a:chExt cx="13149576" cy="1128482"/>
          </a:xfrm>
        </p:grpSpPr>
        <p:sp>
          <p:nvSpPr>
            <p:cNvPr id="5" name="GREEN BANNER BG"/>
            <p:cNvSpPr/>
            <p:nvPr/>
          </p:nvSpPr>
          <p:spPr>
            <a:xfrm>
              <a:off x="-1" y="0"/>
              <a:ext cx="10407417" cy="11284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77"/>
                  </a:lnTo>
                  <a:lnTo>
                    <a:pt x="20378" y="21401"/>
                  </a:lnTo>
                  <a:lnTo>
                    <a:pt x="0" y="21600"/>
                  </a:lnTo>
                  <a:lnTo>
                    <a:pt x="0" y="0"/>
                  </a:lnTo>
                  <a:close/>
                </a:path>
              </a:pathLst>
            </a:custGeom>
            <a:solidFill>
              <a:srgbClr val="76A540">
                <a:alpha val="7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6" name="BLACK BANNER BG"/>
            <p:cNvSpPr/>
            <p:nvPr/>
          </p:nvSpPr>
          <p:spPr>
            <a:xfrm>
              <a:off x="9890586" y="5815"/>
              <a:ext cx="3258991" cy="1119493"/>
            </a:xfrm>
            <a:custGeom>
              <a:avLst/>
              <a:gdLst/>
              <a:ahLst/>
              <a:cxnLst>
                <a:cxn ang="0">
                  <a:pos x="wd2" y="hd2"/>
                </a:cxn>
                <a:cxn ang="5400000">
                  <a:pos x="wd2" y="hd2"/>
                </a:cxn>
                <a:cxn ang="10800000">
                  <a:pos x="wd2" y="hd2"/>
                </a:cxn>
                <a:cxn ang="16200000">
                  <a:pos x="wd2" y="hd2"/>
                </a:cxn>
              </a:cxnLst>
              <a:rect l="0" t="0" r="r" b="b"/>
              <a:pathLst>
                <a:path w="21599" h="21600" extrusionOk="0">
                  <a:moveTo>
                    <a:pt x="3846" y="0"/>
                  </a:moveTo>
                  <a:lnTo>
                    <a:pt x="21599" y="35"/>
                  </a:lnTo>
                  <a:cubicBezTo>
                    <a:pt x="21600" y="7154"/>
                    <a:pt x="21481" y="14481"/>
                    <a:pt x="21482" y="21600"/>
                  </a:cubicBezTo>
                  <a:lnTo>
                    <a:pt x="0" y="21563"/>
                  </a:lnTo>
                  <a:lnTo>
                    <a:pt x="3846" y="0"/>
                  </a:lnTo>
                  <a:close/>
                </a:path>
              </a:pathLst>
            </a:custGeom>
            <a:solidFill>
              <a:srgbClr val="000000">
                <a:alpha val="50000"/>
              </a:srgbClr>
            </a:solidFill>
            <a:ln w="12700" cap="flat">
              <a:noFill/>
              <a:miter lim="400000"/>
            </a:ln>
            <a:effectLst>
              <a:outerShdw blurRad="50800" dist="38100" dir="2700000" rotWithShape="0">
                <a:srgbClr val="000000">
                  <a:alpha val="40000"/>
                </a:srgbClr>
              </a:outerShdw>
            </a:effectLst>
          </p:spPr>
          <p:txBody>
            <a:bodyPr wrap="square" lIns="45719" tIns="45719" rIns="45719" bIns="45719" numCol="1" anchor="ctr">
              <a:noAutofit/>
            </a:bodyPr>
            <a:lstStyle/>
            <a:p>
              <a:pPr algn="ctr">
                <a:defRPr>
                  <a:solidFill>
                    <a:srgbClr val="FFFFFF"/>
                  </a:solidFill>
                </a:defRPr>
              </a:pPr>
              <a:endParaRPr/>
            </a:p>
          </p:txBody>
        </p:sp>
        <p:pic>
          <p:nvPicPr>
            <p:cNvPr id="7" name="POLA LOGO" descr="POLA LOGO"/>
            <p:cNvPicPr>
              <a:picLocks noChangeAspect="1"/>
            </p:cNvPicPr>
            <p:nvPr/>
          </p:nvPicPr>
          <p:blipFill>
            <a:blip r:embed="rId13" cstate="print"/>
            <a:stretch>
              <a:fillRect/>
            </a:stretch>
          </p:blipFill>
          <p:spPr>
            <a:xfrm>
              <a:off x="10809516" y="81837"/>
              <a:ext cx="850271" cy="921126"/>
            </a:xfrm>
            <a:prstGeom prst="rect">
              <a:avLst/>
            </a:prstGeom>
            <a:ln w="12700" cap="flat">
              <a:noFill/>
              <a:miter lim="400000"/>
            </a:ln>
            <a:effectLst>
              <a:outerShdw blurRad="50800" dist="38100" dir="2700000" rotWithShape="0">
                <a:srgbClr val="000000">
                  <a:alpha val="40000"/>
                </a:srgbClr>
              </a:outerShdw>
            </a:effectLst>
          </p:spPr>
        </p:pic>
      </p:grpSp>
      <p:sp>
        <p:nvSpPr>
          <p:cNvPr id="9"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0" name="Title Text"/>
          <p:cNvSpPr txBox="1">
            <a:spLocks noGrp="1"/>
          </p:cNvSpPr>
          <p:nvPr>
            <p:ph type="title"/>
          </p:nvPr>
        </p:nvSpPr>
        <p:spPr>
          <a:xfrm>
            <a:off x="838200" y="776377"/>
            <a:ext cx="10515600" cy="6901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Title Text</a:t>
            </a:r>
          </a:p>
        </p:txBody>
      </p:sp>
      <p:sp>
        <p:nvSpPr>
          <p:cNvPr id="11" name="Slide Number"/>
          <p:cNvSpPr txBox="1">
            <a:spLocks noGrp="1"/>
          </p:cNvSpPr>
          <p:nvPr>
            <p:ph type="sldNum" sz="quarter" idx="2"/>
          </p:nvPr>
        </p:nvSpPr>
        <p:spPr>
          <a:xfrm>
            <a:off x="8610600" y="6356350"/>
            <a:ext cx="220003" cy="205914"/>
          </a:xfrm>
          <a:prstGeom prst="rect">
            <a:avLst/>
          </a:prstGeom>
          <a:ln w="12700">
            <a:miter lim="400000"/>
          </a:ln>
        </p:spPr>
        <p:txBody>
          <a:bodyPr wrap="none" lIns="45719" rIns="45719">
            <a:spAutoFit/>
          </a:bodyPr>
          <a:lstStyle>
            <a:lvl1pPr>
              <a:defRPr sz="900">
                <a:solidFill>
                  <a:srgbClr val="00338D"/>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8" r:id="rId8"/>
    <p:sldLayoutId id="214748368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FFFFFF"/>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1D4A9A"/>
          </a:solidFill>
          <a:uFillTx/>
          <a:latin typeface="+mj-lt"/>
          <a:ea typeface="+mj-ea"/>
          <a:cs typeface="+mj-cs"/>
          <a:sym typeface="Calibri"/>
        </a:defRPr>
      </a:lvl9pPr>
    </p:bodyStyle>
    <p:otherStyle>
      <a:lvl1pPr marL="0" marR="0" indent="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emf"/><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oraclevcn.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12EC4ED-B12B-068D-FA7A-8575975284FD}"/>
              </a:ext>
            </a:extLst>
          </p:cNvPr>
          <p:cNvSpPr>
            <a:spLocks noGrp="1"/>
          </p:cNvSpPr>
          <p:nvPr>
            <p:ph type="body" sz="quarter" idx="1"/>
          </p:nvPr>
        </p:nvSpPr>
        <p:spPr>
          <a:xfrm>
            <a:off x="4921624" y="2277035"/>
            <a:ext cx="2841811" cy="869577"/>
          </a:xfrm>
        </p:spPr>
        <p:txBody>
          <a:bodyPr>
            <a:normAutofit/>
          </a:bodyPr>
          <a:lstStyle/>
          <a:p>
            <a:r>
              <a:rPr lang="en-IN" dirty="0"/>
              <a:t>OCI DNS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96346D-E00A-F000-45F1-2523DD6C2F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92" y="176980"/>
            <a:ext cx="1332474" cy="127325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
        <p:nvSpPr>
          <p:cNvPr id="2" name="Google Shape;142;p22">
            <a:extLst>
              <a:ext uri="{FF2B5EF4-FFF2-40B4-BE49-F238E27FC236}">
                <a16:creationId xmlns:a16="http://schemas.microsoft.com/office/drawing/2014/main" id="{F75CE60A-3B1A-588F-5D0B-E3C0DCD9DB17}"/>
              </a:ext>
            </a:extLst>
          </p:cNvPr>
          <p:cNvSpPr txBox="1">
            <a:spLocks/>
          </p:cNvSpPr>
          <p:nvPr/>
        </p:nvSpPr>
        <p:spPr>
          <a:xfrm>
            <a:off x="1754858" y="470406"/>
            <a:ext cx="6156036"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IN" sz="2400">
                <a:solidFill>
                  <a:schemeClr val="tx1"/>
                </a:solidFill>
                <a:latin typeface="Merriweather"/>
                <a:ea typeface="Merriweather"/>
                <a:cs typeface="Merriweather"/>
                <a:sym typeface="Merriweather"/>
              </a:rPr>
              <a:t>Agenda</a:t>
            </a:r>
          </a:p>
        </p:txBody>
      </p:sp>
      <p:sp>
        <p:nvSpPr>
          <p:cNvPr id="5" name="TextBox 4">
            <a:extLst>
              <a:ext uri="{FF2B5EF4-FFF2-40B4-BE49-F238E27FC236}">
                <a16:creationId xmlns:a16="http://schemas.microsoft.com/office/drawing/2014/main" id="{1010262D-06FE-C090-97DF-17C5F19366AB}"/>
              </a:ext>
            </a:extLst>
          </p:cNvPr>
          <p:cNvSpPr txBox="1"/>
          <p:nvPr/>
        </p:nvSpPr>
        <p:spPr>
          <a:xfrm>
            <a:off x="1543666" y="1839433"/>
            <a:ext cx="8791181" cy="4134337"/>
          </a:xfrm>
          <a:prstGeom prst="rect">
            <a:avLst/>
          </a:prstGeom>
          <a:noFill/>
        </p:spPr>
        <p:txBody>
          <a:bodyPr wrap="square" rtlCol="0">
            <a:spAutoFit/>
          </a:bodyPr>
          <a:lstStyle/>
          <a:p>
            <a:pPr marL="342900" indent="-342900">
              <a:lnSpc>
                <a:spcPct val="250000"/>
              </a:lnSpc>
              <a:buFont typeface="+mj-lt"/>
              <a:buAutoNum type="arabicPeriod"/>
            </a:pPr>
            <a:r>
              <a:rPr lang="en-IN" sz="1800" dirty="0">
                <a:solidFill>
                  <a:schemeClr val="tx1"/>
                </a:solidFill>
                <a:latin typeface="Merriweather"/>
                <a:ea typeface="Merriweather"/>
                <a:cs typeface="Merriweather"/>
                <a:sym typeface="Merriweather"/>
              </a:rPr>
              <a:t>OCI DNS – Custom Resolver</a:t>
            </a:r>
          </a:p>
          <a:p>
            <a:pPr marL="342900" indent="-342900">
              <a:lnSpc>
                <a:spcPct val="250000"/>
              </a:lnSpc>
              <a:buFont typeface="+mj-lt"/>
              <a:buAutoNum type="arabicPeriod"/>
            </a:pPr>
            <a:r>
              <a:rPr lang="en-IN" sz="1800" dirty="0">
                <a:solidFill>
                  <a:schemeClr val="tx1"/>
                </a:solidFill>
                <a:latin typeface="Merriweather"/>
                <a:ea typeface="Merriweather"/>
                <a:cs typeface="Merriweather"/>
                <a:sym typeface="Merriweather"/>
              </a:rPr>
              <a:t>OCI DNS – Reference Diagram</a:t>
            </a:r>
          </a:p>
          <a:p>
            <a:pPr marL="342900" indent="-342900">
              <a:lnSpc>
                <a:spcPct val="250000"/>
              </a:lnSpc>
              <a:buFont typeface="+mj-lt"/>
              <a:buAutoNum type="arabicPeriod"/>
            </a:pPr>
            <a:r>
              <a:rPr lang="en-IN" sz="1800" dirty="0">
                <a:solidFill>
                  <a:schemeClr val="tx1"/>
                </a:solidFill>
                <a:latin typeface="Merriweather"/>
                <a:ea typeface="Merriweather"/>
                <a:cs typeface="Merriweather"/>
                <a:sym typeface="Merriweather"/>
              </a:rPr>
              <a:t>OCI DNS – Custom Resolver – Topology</a:t>
            </a:r>
          </a:p>
          <a:p>
            <a:pPr marL="342900" indent="-342900">
              <a:lnSpc>
                <a:spcPct val="250000"/>
              </a:lnSpc>
              <a:buFont typeface="+mj-lt"/>
              <a:buAutoNum type="arabicPeriod"/>
            </a:pPr>
            <a:r>
              <a:rPr lang="en-US" sz="1800" b="0" i="0" dirty="0">
                <a:solidFill>
                  <a:srgbClr val="1D1C1D"/>
                </a:solidFill>
                <a:effectLst/>
                <a:latin typeface="Merriweather" panose="00000500000000000000" pitchFamily="2" charset="0"/>
              </a:rPr>
              <a:t>Oracle Cloud Private DNS</a:t>
            </a:r>
          </a:p>
          <a:p>
            <a:pPr marL="342900" indent="-342900">
              <a:lnSpc>
                <a:spcPct val="250000"/>
              </a:lnSpc>
              <a:buFont typeface="+mj-lt"/>
              <a:buAutoNum type="arabicPeriod"/>
            </a:pPr>
            <a:r>
              <a:rPr lang="en-US" sz="1800" dirty="0">
                <a:latin typeface="Merriweather" panose="00000500000000000000" pitchFamily="2" charset="0"/>
              </a:rPr>
              <a:t>Requirements for DNS Labels and Hostnames</a:t>
            </a:r>
          </a:p>
          <a:p>
            <a:pPr marL="342900" indent="-342900">
              <a:lnSpc>
                <a:spcPct val="250000"/>
              </a:lnSpc>
              <a:buFont typeface="+mj-lt"/>
              <a:buAutoNum type="arabicPeriod"/>
            </a:pPr>
            <a:r>
              <a:rPr lang="en-IN" sz="1800" dirty="0">
                <a:solidFill>
                  <a:schemeClr val="tx1"/>
                </a:solidFill>
                <a:latin typeface="Merriweather"/>
                <a:ea typeface="Merriweather"/>
                <a:cs typeface="Merriweather"/>
                <a:sym typeface="Merriweather"/>
              </a:rPr>
              <a:t>Questionnaire</a:t>
            </a:r>
            <a:endParaRPr lang="en-IN" sz="1800" b="1" dirty="0">
              <a:solidFill>
                <a:schemeClr val="tx1"/>
              </a:solidFill>
              <a:latin typeface="Merriweather"/>
              <a:ea typeface="Merriweather"/>
              <a:cs typeface="Merriweather"/>
              <a:sym typeface="Merriweather"/>
            </a:endParaRPr>
          </a:p>
        </p:txBody>
      </p:sp>
    </p:spTree>
    <p:extLst>
      <p:ext uri="{BB962C8B-B14F-4D97-AF65-F5344CB8AC3E}">
        <p14:creationId xmlns:p14="http://schemas.microsoft.com/office/powerpoint/2010/main" val="4027121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EE5232-43A1-FDD6-B3BF-7C7425A78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92" y="176980"/>
            <a:ext cx="1332474" cy="127325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
        <p:nvSpPr>
          <p:cNvPr id="5" name="TextBox 4">
            <a:extLst>
              <a:ext uri="{FF2B5EF4-FFF2-40B4-BE49-F238E27FC236}">
                <a16:creationId xmlns:a16="http://schemas.microsoft.com/office/drawing/2014/main" id="{3BB048E1-086A-3063-2A46-D7F10D0A11B1}"/>
              </a:ext>
            </a:extLst>
          </p:cNvPr>
          <p:cNvSpPr txBox="1"/>
          <p:nvPr/>
        </p:nvSpPr>
        <p:spPr>
          <a:xfrm>
            <a:off x="994970" y="1804525"/>
            <a:ext cx="10202059" cy="3236079"/>
          </a:xfrm>
          <a:prstGeom prst="rect">
            <a:avLst/>
          </a:prstGeom>
          <a:noFill/>
        </p:spPr>
        <p:txBody>
          <a:bodyPr wrap="square">
            <a:spAutoFit/>
          </a:bodyPr>
          <a:lstStyle/>
          <a:p>
            <a:pPr marR="0" lvl="0" algn="just" defTabSz="914400" rtl="0" eaLnBrk="0" fontAlgn="base" latinLnBrk="0" hangingPunct="0">
              <a:lnSpc>
                <a:spcPct val="250000"/>
              </a:lnSpc>
              <a:spcBef>
                <a:spcPct val="0"/>
              </a:spcBef>
              <a:spcAft>
                <a:spcPct val="0"/>
              </a:spcAft>
              <a:buClrTx/>
              <a:buSzTx/>
              <a:tabLst/>
            </a:pPr>
            <a:r>
              <a:rPr lang="en-US" sz="1400" b="1" i="0">
                <a:effectLst/>
                <a:latin typeface="Merriweather" panose="00000500000000000000" pitchFamily="2" charset="0"/>
              </a:rPr>
              <a:t>  Custom Resolver:</a:t>
            </a:r>
            <a:r>
              <a:rPr lang="en-US" sz="1400" b="0" i="0">
                <a:effectLst/>
                <a:latin typeface="Merriweather" panose="00000500000000000000" pitchFamily="2" charset="0"/>
              </a:rPr>
              <a:t>  This uses Oracle DNS servers to resolve hostnames</a:t>
            </a:r>
          </a:p>
          <a:p>
            <a:pPr marL="623888" marR="0" lvl="1" indent="-269875" algn="l" defTabSz="914400" rtl="0" eaLnBrk="0" fontAlgn="base" latinLnBrk="0" hangingPunct="0">
              <a:lnSpc>
                <a:spcPct val="250000"/>
              </a:lnSpc>
              <a:spcBef>
                <a:spcPct val="0"/>
              </a:spcBef>
              <a:spcAft>
                <a:spcPct val="0"/>
              </a:spcAft>
              <a:buClrTx/>
              <a:buSzTx/>
              <a:buFontTx/>
              <a:buNone/>
              <a:tabLst/>
            </a:pPr>
            <a:r>
              <a:rPr kumimoji="0" lang="en-US" altLang="en-US" sz="1400" b="0" i="0" u="none" strike="noStrike" cap="none" normalizeH="0" baseline="0">
                <a:ln>
                  <a:noFill/>
                </a:ln>
                <a:effectLst/>
                <a:latin typeface="Merriweather" panose="00000500000000000000" pitchFamily="2" charset="0"/>
              </a:rPr>
              <a:t>Use DNS servers of your choice for resolution (maximum three). They could be DNS servers that are:</a:t>
            </a:r>
          </a:p>
          <a:p>
            <a:pPr marL="623888" marR="0" lvl="2" indent="-269875" algn="l" defTabSz="914400" rtl="0" eaLnBrk="0" fontAlgn="base" latinLnBrk="0" hangingPunct="0">
              <a:lnSpc>
                <a:spcPct val="250000"/>
              </a:lnSpc>
              <a:spcBef>
                <a:spcPct val="0"/>
              </a:spcBef>
              <a:spcAft>
                <a:spcPct val="0"/>
              </a:spcAft>
              <a:buClrTx/>
              <a:buSzTx/>
              <a:buFontTx/>
              <a:buChar char="•"/>
              <a:tabLst/>
            </a:pPr>
            <a:r>
              <a:rPr kumimoji="0" lang="en-US" altLang="en-US" sz="1400" b="0" i="0" u="none" strike="noStrike" cap="none" normalizeH="0" baseline="0">
                <a:ln>
                  <a:noFill/>
                </a:ln>
                <a:effectLst/>
                <a:latin typeface="Merriweather" panose="00000500000000000000" pitchFamily="2" charset="0"/>
              </a:rPr>
              <a:t>Available through the internet. For example, 216.146.35.35 for </a:t>
            </a:r>
            <a:r>
              <a:rPr kumimoji="0" lang="en-US" altLang="en-US" sz="1400" b="0" i="0" u="none" strike="noStrike" cap="none" normalizeH="0" baseline="0" err="1">
                <a:ln>
                  <a:noFill/>
                </a:ln>
                <a:effectLst/>
                <a:latin typeface="Merriweather" panose="00000500000000000000" pitchFamily="2" charset="0"/>
              </a:rPr>
              <a:t>Dyn's</a:t>
            </a:r>
            <a:r>
              <a:rPr kumimoji="0" lang="en-US" altLang="en-US" sz="1400" b="0" i="0" u="none" strike="noStrike" cap="none" normalizeH="0" baseline="0">
                <a:ln>
                  <a:noFill/>
                </a:ln>
                <a:effectLst/>
                <a:latin typeface="Merriweather" panose="00000500000000000000" pitchFamily="2" charset="0"/>
              </a:rPr>
              <a:t> Internet Guide.</a:t>
            </a:r>
          </a:p>
          <a:p>
            <a:pPr marL="623888" marR="0" lvl="2" indent="-269875" algn="l" defTabSz="914400" rtl="0" eaLnBrk="0" fontAlgn="base" latinLnBrk="0" hangingPunct="0">
              <a:lnSpc>
                <a:spcPct val="250000"/>
              </a:lnSpc>
              <a:spcBef>
                <a:spcPct val="0"/>
              </a:spcBef>
              <a:spcAft>
                <a:spcPct val="0"/>
              </a:spcAft>
              <a:buClrTx/>
              <a:buSzTx/>
              <a:buFontTx/>
              <a:buChar char="•"/>
              <a:tabLst/>
            </a:pPr>
            <a:r>
              <a:rPr kumimoji="0" lang="en-US" altLang="en-US" sz="1400" b="0" i="0" u="none" strike="noStrike" cap="none" normalizeH="0" baseline="0">
                <a:ln>
                  <a:noFill/>
                </a:ln>
                <a:effectLst/>
                <a:latin typeface="Merriweather" panose="00000500000000000000" pitchFamily="2" charset="0"/>
              </a:rPr>
              <a:t>In your VCN.</a:t>
            </a:r>
          </a:p>
          <a:p>
            <a:pPr marL="623888" marR="0" lvl="2" indent="-269875" algn="l" defTabSz="914400" rtl="0" eaLnBrk="0" fontAlgn="base" latinLnBrk="0" hangingPunct="0">
              <a:lnSpc>
                <a:spcPct val="250000"/>
              </a:lnSpc>
              <a:spcBef>
                <a:spcPct val="0"/>
              </a:spcBef>
              <a:spcAft>
                <a:spcPct val="0"/>
              </a:spcAft>
              <a:buClrTx/>
              <a:buSzTx/>
              <a:buFontTx/>
              <a:buChar char="•"/>
              <a:tabLst/>
            </a:pPr>
            <a:r>
              <a:rPr kumimoji="0" lang="en-US" altLang="en-US" sz="1400" b="0" i="0" u="none" strike="noStrike" cap="none" normalizeH="0" baseline="0">
                <a:ln>
                  <a:noFill/>
                </a:ln>
                <a:effectLst/>
                <a:latin typeface="Merriweather" panose="00000500000000000000" pitchFamily="2" charset="0"/>
              </a:rPr>
              <a:t>In your on-premises network, which is connected to your VCN by way of a Site-to-Site VPN or </a:t>
            </a:r>
            <a:r>
              <a:rPr kumimoji="0" lang="en-US" altLang="en-US" sz="1400" b="0" i="0" u="none" strike="noStrike" cap="none" normalizeH="0" baseline="0" err="1">
                <a:ln>
                  <a:noFill/>
                </a:ln>
                <a:effectLst/>
                <a:latin typeface="Merriweather" panose="00000500000000000000" pitchFamily="2" charset="0"/>
              </a:rPr>
              <a:t>FastConnect</a:t>
            </a:r>
            <a:r>
              <a:rPr kumimoji="0" lang="en-US" altLang="en-US" sz="1400" b="0" i="0" u="none" strike="noStrike" cap="none" normalizeH="0" baseline="0">
                <a:ln>
                  <a:noFill/>
                </a:ln>
                <a:effectLst/>
                <a:latin typeface="Merriweather" panose="00000500000000000000" pitchFamily="2" charset="0"/>
              </a:rPr>
              <a:t> (through a </a:t>
            </a:r>
            <a:r>
              <a:rPr kumimoji="0" lang="en-US" altLang="en-US" sz="1400" b="1" i="0" u="none" strike="noStrike" cap="none" normalizeH="0" baseline="0">
                <a:ln>
                  <a:noFill/>
                </a:ln>
                <a:effectLst/>
                <a:latin typeface="Merriweather" panose="00000500000000000000" pitchFamily="2" charset="0"/>
              </a:rPr>
              <a:t>DRG </a:t>
            </a:r>
            <a:r>
              <a:rPr kumimoji="0" lang="en-US" altLang="en-US" sz="1400" b="0" i="0" u="none" strike="noStrike" cap="none" normalizeH="0" baseline="0">
                <a:ln>
                  <a:noFill/>
                </a:ln>
                <a:effectLst/>
                <a:latin typeface="Merriweather" panose="00000500000000000000" pitchFamily="2" charset="0"/>
              </a:rPr>
              <a:t>).</a:t>
            </a:r>
          </a:p>
        </p:txBody>
      </p:sp>
      <p:sp>
        <p:nvSpPr>
          <p:cNvPr id="8" name="TextBox 7">
            <a:extLst>
              <a:ext uri="{FF2B5EF4-FFF2-40B4-BE49-F238E27FC236}">
                <a16:creationId xmlns:a16="http://schemas.microsoft.com/office/drawing/2014/main" id="{E20639E3-D215-6484-93EC-D1F0A460E1A3}"/>
              </a:ext>
            </a:extLst>
          </p:cNvPr>
          <p:cNvSpPr txBox="1"/>
          <p:nvPr/>
        </p:nvSpPr>
        <p:spPr>
          <a:xfrm>
            <a:off x="497381" y="3231519"/>
            <a:ext cx="10533785" cy="382092"/>
          </a:xfrm>
          <a:prstGeom prst="rect">
            <a:avLst/>
          </a:prstGeom>
          <a:noFill/>
        </p:spPr>
        <p:txBody>
          <a:bodyPr wrap="square">
            <a:spAutoFit/>
          </a:bodyPr>
          <a:lstStyle/>
          <a:p>
            <a:pPr marR="0" lvl="0" algn="just" defTabSz="914400" rtl="0" eaLnBrk="0" fontAlgn="base" latinLnBrk="0" hangingPunct="0">
              <a:lnSpc>
                <a:spcPct val="150000"/>
              </a:lnSpc>
              <a:spcBef>
                <a:spcPct val="0"/>
              </a:spcBef>
              <a:spcAft>
                <a:spcPct val="0"/>
              </a:spcAft>
              <a:buClrTx/>
              <a:buSzTx/>
              <a:tabLst/>
            </a:pPr>
            <a:endParaRPr lang="en-US" altLang="en-US" sz="1400"/>
          </a:p>
        </p:txBody>
      </p:sp>
      <p:sp>
        <p:nvSpPr>
          <p:cNvPr id="3" name="Google Shape;142;p22">
            <a:extLst>
              <a:ext uri="{FF2B5EF4-FFF2-40B4-BE49-F238E27FC236}">
                <a16:creationId xmlns:a16="http://schemas.microsoft.com/office/drawing/2014/main" id="{50D11F4C-3D52-1600-B97A-5A52F4470137}"/>
              </a:ext>
            </a:extLst>
          </p:cNvPr>
          <p:cNvSpPr txBox="1">
            <a:spLocks/>
          </p:cNvSpPr>
          <p:nvPr/>
        </p:nvSpPr>
        <p:spPr>
          <a:xfrm>
            <a:off x="1756800" y="470406"/>
            <a:ext cx="6156036"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IN" sz="2400">
                <a:solidFill>
                  <a:schemeClr val="tx1"/>
                </a:solidFill>
                <a:latin typeface="Merriweather"/>
                <a:ea typeface="Merriweather"/>
                <a:cs typeface="Merriweather"/>
                <a:sym typeface="Merriweather"/>
              </a:rPr>
              <a:t>1. OCI DNS – Custom Resolver</a:t>
            </a:r>
          </a:p>
        </p:txBody>
      </p:sp>
    </p:spTree>
    <p:extLst>
      <p:ext uri="{BB962C8B-B14F-4D97-AF65-F5344CB8AC3E}">
        <p14:creationId xmlns:p14="http://schemas.microsoft.com/office/powerpoint/2010/main" val="3022900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4D6778-B578-C8C8-49E0-C2F095F7D2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92" y="176980"/>
            <a:ext cx="1332474" cy="127325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
        <p:nvSpPr>
          <p:cNvPr id="7" name="Rectangle 2">
            <a:extLst>
              <a:ext uri="{FF2B5EF4-FFF2-40B4-BE49-F238E27FC236}">
                <a16:creationId xmlns:a16="http://schemas.microsoft.com/office/drawing/2014/main" id="{A8CAC058-B522-F54C-4737-80283A983669}"/>
              </a:ext>
            </a:extLst>
          </p:cNvPr>
          <p:cNvSpPr>
            <a:spLocks noChangeArrowheads="1"/>
          </p:cNvSpPr>
          <p:nvPr/>
        </p:nvSpPr>
        <p:spPr bwMode="auto">
          <a:xfrm>
            <a:off x="1581053" y="1290095"/>
            <a:ext cx="4782582" cy="289118"/>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lang="en-US" altLang="en-US" sz="1400">
                <a:latin typeface="Merriweather" panose="00000500000000000000" pitchFamily="2" charset="0"/>
              </a:rPr>
              <a:t>DNS resolution between On-Prem and OCI</a:t>
            </a:r>
          </a:p>
        </p:txBody>
      </p:sp>
      <p:sp>
        <p:nvSpPr>
          <p:cNvPr id="2" name="Google Shape;142;p22">
            <a:extLst>
              <a:ext uri="{FF2B5EF4-FFF2-40B4-BE49-F238E27FC236}">
                <a16:creationId xmlns:a16="http://schemas.microsoft.com/office/drawing/2014/main" id="{AFB5A7A9-BA21-13EE-623D-93DABD7A3FAC}"/>
              </a:ext>
            </a:extLst>
          </p:cNvPr>
          <p:cNvSpPr txBox="1">
            <a:spLocks/>
          </p:cNvSpPr>
          <p:nvPr/>
        </p:nvSpPr>
        <p:spPr>
          <a:xfrm>
            <a:off x="1756800" y="471600"/>
            <a:ext cx="6870931"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IN" sz="2400">
                <a:solidFill>
                  <a:schemeClr val="tx1"/>
                </a:solidFill>
                <a:latin typeface="Merriweather"/>
                <a:ea typeface="Merriweather"/>
                <a:cs typeface="Merriweather"/>
                <a:sym typeface="Merriweather"/>
              </a:rPr>
              <a:t>2. OCI DNS – Oracle Reference Diagram</a:t>
            </a:r>
          </a:p>
        </p:txBody>
      </p:sp>
      <p:grpSp>
        <p:nvGrpSpPr>
          <p:cNvPr id="6" name="Group 5">
            <a:extLst>
              <a:ext uri="{FF2B5EF4-FFF2-40B4-BE49-F238E27FC236}">
                <a16:creationId xmlns:a16="http://schemas.microsoft.com/office/drawing/2014/main" id="{18191261-D318-584D-9ADD-903FA425914E}"/>
              </a:ext>
            </a:extLst>
          </p:cNvPr>
          <p:cNvGrpSpPr/>
          <p:nvPr/>
        </p:nvGrpSpPr>
        <p:grpSpPr>
          <a:xfrm>
            <a:off x="4235776" y="2827039"/>
            <a:ext cx="795729" cy="1730934"/>
            <a:chOff x="4235776" y="2827039"/>
            <a:chExt cx="795729" cy="1730934"/>
          </a:xfrm>
        </p:grpSpPr>
        <p:sp>
          <p:nvSpPr>
            <p:cNvPr id="102" name="Rectangle 101">
              <a:extLst>
                <a:ext uri="{FF2B5EF4-FFF2-40B4-BE49-F238E27FC236}">
                  <a16:creationId xmlns:a16="http://schemas.microsoft.com/office/drawing/2014/main" id="{BCB89DA5-4EC3-4BF1-AB2C-95CF606BE75F}"/>
                </a:ext>
              </a:extLst>
            </p:cNvPr>
            <p:cNvSpPr/>
            <p:nvPr/>
          </p:nvSpPr>
          <p:spPr>
            <a:xfrm>
              <a:off x="4235776" y="3234202"/>
              <a:ext cx="795729" cy="169277"/>
            </a:xfrm>
            <a:prstGeom prst="rect">
              <a:avLst/>
            </a:prstGeom>
            <a:solidFill>
              <a:srgbClr val="FCFBFA"/>
            </a:solidFill>
          </p:spPr>
          <p:txBody>
            <a:bodyPr wrap="square" lIns="27432" tIns="0" rIns="27432" bIns="0">
              <a:spAutoFit/>
            </a:bodyPr>
            <a:lstStyle/>
            <a:p>
              <a:pPr algn="r"/>
              <a:r>
                <a:rPr lang="en-US" sz="1100" b="1" err="1">
                  <a:solidFill>
                    <a:srgbClr val="312D2A"/>
                  </a:solidFill>
                  <a:ea typeface="Open Sans" panose="020B0606030504020204" pitchFamily="34" charset="0"/>
                  <a:cs typeface="Open Sans" panose="020B0606030504020204" pitchFamily="34" charset="0"/>
                </a:rPr>
                <a:t>FastConnect</a:t>
              </a:r>
              <a:endParaRPr lang="en-US" sz="1100" b="1">
                <a:solidFill>
                  <a:srgbClr val="312D2A"/>
                </a:solidFill>
                <a:ea typeface="Open Sans" panose="020B0606030504020204" pitchFamily="34" charset="0"/>
                <a:cs typeface="Open Sans" panose="020B0606030504020204" pitchFamily="34" charset="0"/>
              </a:endParaRPr>
            </a:p>
          </p:txBody>
        </p:sp>
        <p:pic>
          <p:nvPicPr>
            <p:cNvPr id="103" name="Picture 102">
              <a:extLst>
                <a:ext uri="{FF2B5EF4-FFF2-40B4-BE49-F238E27FC236}">
                  <a16:creationId xmlns:a16="http://schemas.microsoft.com/office/drawing/2014/main" id="{50860FDB-5DEF-0060-EEAA-81479789D279}"/>
                </a:ext>
              </a:extLst>
            </p:cNvPr>
            <p:cNvPicPr>
              <a:picLocks noChangeAspect="1"/>
            </p:cNvPicPr>
            <p:nvPr/>
          </p:nvPicPr>
          <p:blipFill>
            <a:blip r:embed="rId3"/>
            <a:stretch>
              <a:fillRect/>
            </a:stretch>
          </p:blipFill>
          <p:spPr>
            <a:xfrm>
              <a:off x="4350796" y="2827039"/>
              <a:ext cx="569682" cy="396000"/>
            </a:xfrm>
            <a:prstGeom prst="rect">
              <a:avLst/>
            </a:prstGeom>
          </p:spPr>
        </p:pic>
        <p:sp>
          <p:nvSpPr>
            <p:cNvPr id="105" name="Rectangle 104">
              <a:extLst>
                <a:ext uri="{FF2B5EF4-FFF2-40B4-BE49-F238E27FC236}">
                  <a16:creationId xmlns:a16="http://schemas.microsoft.com/office/drawing/2014/main" id="{7010032A-2052-ACA1-03BE-035323AAAC2F}"/>
                </a:ext>
              </a:extLst>
            </p:cNvPr>
            <p:cNvSpPr/>
            <p:nvPr/>
          </p:nvSpPr>
          <p:spPr>
            <a:xfrm>
              <a:off x="4320876" y="4219419"/>
              <a:ext cx="657240" cy="338554"/>
            </a:xfrm>
            <a:prstGeom prst="rect">
              <a:avLst/>
            </a:prstGeom>
            <a:solidFill>
              <a:srgbClr val="FCFBFA"/>
            </a:solidFill>
          </p:spPr>
          <p:txBody>
            <a:bodyPr wrap="square" lIns="27432" tIns="0" rIns="27432" bIns="0">
              <a:spAutoFit/>
            </a:bodyPr>
            <a:lstStyle/>
            <a:p>
              <a:pPr algn="ctr"/>
              <a:r>
                <a:rPr lang="en-US" sz="1100" b="1">
                  <a:ea typeface="Open Sans" panose="020B0606030504020204" pitchFamily="34" charset="0"/>
                  <a:cs typeface="Open Sans" panose="020B0606030504020204" pitchFamily="34" charset="0"/>
                </a:rPr>
                <a:t>Site-to-Site VPN</a:t>
              </a:r>
            </a:p>
          </p:txBody>
        </p:sp>
        <p:grpSp>
          <p:nvGrpSpPr>
            <p:cNvPr id="106" name="Group 105">
              <a:extLst>
                <a:ext uri="{FF2B5EF4-FFF2-40B4-BE49-F238E27FC236}">
                  <a16:creationId xmlns:a16="http://schemas.microsoft.com/office/drawing/2014/main" id="{1E10817B-BEE0-CBC0-2206-E95DB4AD0208}"/>
                </a:ext>
              </a:extLst>
            </p:cNvPr>
            <p:cNvGrpSpPr>
              <a:grpSpLocks noChangeAspect="1"/>
            </p:cNvGrpSpPr>
            <p:nvPr/>
          </p:nvGrpSpPr>
          <p:grpSpPr>
            <a:xfrm>
              <a:off x="4431745" y="3763954"/>
              <a:ext cx="426017" cy="396000"/>
              <a:chOff x="2859691" y="5061250"/>
              <a:chExt cx="319366" cy="296863"/>
            </a:xfrm>
          </p:grpSpPr>
          <p:sp>
            <p:nvSpPr>
              <p:cNvPr id="107" name="Freeform 5">
                <a:extLst>
                  <a:ext uri="{FF2B5EF4-FFF2-40B4-BE49-F238E27FC236}">
                    <a16:creationId xmlns:a16="http://schemas.microsoft.com/office/drawing/2014/main" id="{237287F9-BD80-D66C-1E4F-5A60D610FABF}"/>
                  </a:ext>
                </a:extLst>
              </p:cNvPr>
              <p:cNvSpPr>
                <a:spLocks noChangeAspect="1"/>
              </p:cNvSpPr>
              <p:nvPr/>
            </p:nvSpPr>
            <p:spPr bwMode="auto">
              <a:xfrm>
                <a:off x="2859691" y="5061250"/>
                <a:ext cx="319088" cy="296863"/>
              </a:xfrm>
              <a:custGeom>
                <a:avLst/>
                <a:gdLst>
                  <a:gd name="T0" fmla="*/ 31 w 174"/>
                  <a:gd name="T1" fmla="*/ 162 h 162"/>
                  <a:gd name="T2" fmla="*/ 31 w 174"/>
                  <a:gd name="T3" fmla="*/ 85 h 162"/>
                  <a:gd name="T4" fmla="*/ 16 w 174"/>
                  <a:gd name="T5" fmla="*/ 85 h 162"/>
                  <a:gd name="T6" fmla="*/ 27 w 174"/>
                  <a:gd name="T7" fmla="*/ 96 h 162"/>
                  <a:gd name="T8" fmla="*/ 21 w 174"/>
                  <a:gd name="T9" fmla="*/ 102 h 162"/>
                  <a:gd name="T10" fmla="*/ 0 w 174"/>
                  <a:gd name="T11" fmla="*/ 80 h 162"/>
                  <a:gd name="T12" fmla="*/ 21 w 174"/>
                  <a:gd name="T13" fmla="*/ 59 h 162"/>
                  <a:gd name="T14" fmla="*/ 27 w 174"/>
                  <a:gd name="T15" fmla="*/ 65 h 162"/>
                  <a:gd name="T16" fmla="*/ 16 w 174"/>
                  <a:gd name="T17" fmla="*/ 76 h 162"/>
                  <a:gd name="T18" fmla="*/ 31 w 174"/>
                  <a:gd name="T19" fmla="*/ 76 h 162"/>
                  <a:gd name="T20" fmla="*/ 31 w 174"/>
                  <a:gd name="T21" fmla="*/ 48 h 162"/>
                  <a:gd name="T22" fmla="*/ 47 w 174"/>
                  <a:gd name="T23" fmla="*/ 48 h 162"/>
                  <a:gd name="T24" fmla="*/ 47 w 174"/>
                  <a:gd name="T25" fmla="*/ 41 h 162"/>
                  <a:gd name="T26" fmla="*/ 85 w 174"/>
                  <a:gd name="T27" fmla="*/ 0 h 162"/>
                  <a:gd name="T28" fmla="*/ 87 w 174"/>
                  <a:gd name="T29" fmla="*/ 0 h 162"/>
                  <a:gd name="T30" fmla="*/ 115 w 174"/>
                  <a:gd name="T31" fmla="*/ 11 h 162"/>
                  <a:gd name="T32" fmla="*/ 127 w 174"/>
                  <a:gd name="T33" fmla="*/ 40 h 162"/>
                  <a:gd name="T34" fmla="*/ 127 w 174"/>
                  <a:gd name="T35" fmla="*/ 48 h 162"/>
                  <a:gd name="T36" fmla="*/ 143 w 174"/>
                  <a:gd name="T37" fmla="*/ 48 h 162"/>
                  <a:gd name="T38" fmla="*/ 143 w 174"/>
                  <a:gd name="T39" fmla="*/ 76 h 162"/>
                  <a:gd name="T40" fmla="*/ 158 w 174"/>
                  <a:gd name="T41" fmla="*/ 76 h 162"/>
                  <a:gd name="T42" fmla="*/ 147 w 174"/>
                  <a:gd name="T43" fmla="*/ 65 h 162"/>
                  <a:gd name="T44" fmla="*/ 153 w 174"/>
                  <a:gd name="T45" fmla="*/ 59 h 162"/>
                  <a:gd name="T46" fmla="*/ 174 w 174"/>
                  <a:gd name="T47" fmla="*/ 80 h 162"/>
                  <a:gd name="T48" fmla="*/ 153 w 174"/>
                  <a:gd name="T49" fmla="*/ 102 h 162"/>
                  <a:gd name="T50" fmla="*/ 147 w 174"/>
                  <a:gd name="T51" fmla="*/ 96 h 162"/>
                  <a:gd name="T52" fmla="*/ 158 w 174"/>
                  <a:gd name="T53" fmla="*/ 85 h 162"/>
                  <a:gd name="T54" fmla="*/ 143 w 174"/>
                  <a:gd name="T55" fmla="*/ 85 h 162"/>
                  <a:gd name="T56" fmla="*/ 143 w 174"/>
                  <a:gd name="T57" fmla="*/ 162 h 162"/>
                  <a:gd name="T58" fmla="*/ 31 w 174"/>
                  <a:gd name="T59"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4" h="162">
                    <a:moveTo>
                      <a:pt x="31" y="162"/>
                    </a:moveTo>
                    <a:cubicBezTo>
                      <a:pt x="31" y="85"/>
                      <a:pt x="31" y="85"/>
                      <a:pt x="31" y="85"/>
                    </a:cubicBezTo>
                    <a:cubicBezTo>
                      <a:pt x="16" y="85"/>
                      <a:pt x="16" y="85"/>
                      <a:pt x="16" y="85"/>
                    </a:cubicBezTo>
                    <a:cubicBezTo>
                      <a:pt x="27" y="96"/>
                      <a:pt x="27" y="96"/>
                      <a:pt x="27" y="96"/>
                    </a:cubicBezTo>
                    <a:cubicBezTo>
                      <a:pt x="21" y="102"/>
                      <a:pt x="21" y="102"/>
                      <a:pt x="21" y="102"/>
                    </a:cubicBezTo>
                    <a:cubicBezTo>
                      <a:pt x="0" y="80"/>
                      <a:pt x="0" y="80"/>
                      <a:pt x="0" y="80"/>
                    </a:cubicBezTo>
                    <a:cubicBezTo>
                      <a:pt x="21" y="59"/>
                      <a:pt x="21" y="59"/>
                      <a:pt x="21" y="59"/>
                    </a:cubicBezTo>
                    <a:cubicBezTo>
                      <a:pt x="27" y="65"/>
                      <a:pt x="27" y="65"/>
                      <a:pt x="27" y="65"/>
                    </a:cubicBezTo>
                    <a:cubicBezTo>
                      <a:pt x="16" y="76"/>
                      <a:pt x="16" y="76"/>
                      <a:pt x="16" y="76"/>
                    </a:cubicBezTo>
                    <a:cubicBezTo>
                      <a:pt x="31" y="76"/>
                      <a:pt x="31" y="76"/>
                      <a:pt x="31" y="76"/>
                    </a:cubicBezTo>
                    <a:cubicBezTo>
                      <a:pt x="31" y="48"/>
                      <a:pt x="31" y="48"/>
                      <a:pt x="31" y="48"/>
                    </a:cubicBezTo>
                    <a:cubicBezTo>
                      <a:pt x="47" y="48"/>
                      <a:pt x="47" y="48"/>
                      <a:pt x="47" y="48"/>
                    </a:cubicBezTo>
                    <a:cubicBezTo>
                      <a:pt x="47" y="41"/>
                      <a:pt x="47" y="41"/>
                      <a:pt x="47" y="41"/>
                    </a:cubicBezTo>
                    <a:cubicBezTo>
                      <a:pt x="47" y="19"/>
                      <a:pt x="64" y="1"/>
                      <a:pt x="85" y="0"/>
                    </a:cubicBezTo>
                    <a:cubicBezTo>
                      <a:pt x="86" y="0"/>
                      <a:pt x="86" y="0"/>
                      <a:pt x="87" y="0"/>
                    </a:cubicBezTo>
                    <a:cubicBezTo>
                      <a:pt x="97" y="0"/>
                      <a:pt x="107" y="4"/>
                      <a:pt x="115" y="11"/>
                    </a:cubicBezTo>
                    <a:cubicBezTo>
                      <a:pt x="123" y="19"/>
                      <a:pt x="127" y="29"/>
                      <a:pt x="127" y="40"/>
                    </a:cubicBezTo>
                    <a:cubicBezTo>
                      <a:pt x="127" y="48"/>
                      <a:pt x="127" y="48"/>
                      <a:pt x="127" y="48"/>
                    </a:cubicBezTo>
                    <a:cubicBezTo>
                      <a:pt x="143" y="48"/>
                      <a:pt x="143" y="48"/>
                      <a:pt x="143" y="48"/>
                    </a:cubicBezTo>
                    <a:cubicBezTo>
                      <a:pt x="143" y="76"/>
                      <a:pt x="143" y="76"/>
                      <a:pt x="143" y="76"/>
                    </a:cubicBezTo>
                    <a:cubicBezTo>
                      <a:pt x="158" y="76"/>
                      <a:pt x="158" y="76"/>
                      <a:pt x="158" y="76"/>
                    </a:cubicBezTo>
                    <a:cubicBezTo>
                      <a:pt x="147" y="65"/>
                      <a:pt x="147" y="65"/>
                      <a:pt x="147" y="65"/>
                    </a:cubicBezTo>
                    <a:cubicBezTo>
                      <a:pt x="153" y="59"/>
                      <a:pt x="153" y="59"/>
                      <a:pt x="153" y="59"/>
                    </a:cubicBezTo>
                    <a:cubicBezTo>
                      <a:pt x="174" y="80"/>
                      <a:pt x="174" y="80"/>
                      <a:pt x="174" y="80"/>
                    </a:cubicBezTo>
                    <a:cubicBezTo>
                      <a:pt x="153" y="102"/>
                      <a:pt x="153" y="102"/>
                      <a:pt x="153" y="102"/>
                    </a:cubicBezTo>
                    <a:cubicBezTo>
                      <a:pt x="147" y="96"/>
                      <a:pt x="147" y="96"/>
                      <a:pt x="147" y="96"/>
                    </a:cubicBezTo>
                    <a:cubicBezTo>
                      <a:pt x="158" y="85"/>
                      <a:pt x="158" y="85"/>
                      <a:pt x="158" y="85"/>
                    </a:cubicBezTo>
                    <a:cubicBezTo>
                      <a:pt x="143" y="85"/>
                      <a:pt x="143" y="85"/>
                      <a:pt x="143" y="85"/>
                    </a:cubicBezTo>
                    <a:cubicBezTo>
                      <a:pt x="143" y="162"/>
                      <a:pt x="143" y="162"/>
                      <a:pt x="143" y="162"/>
                    </a:cubicBezTo>
                    <a:lnTo>
                      <a:pt x="31" y="162"/>
                    </a:lnTo>
                    <a:close/>
                  </a:path>
                </a:pathLst>
              </a:custGeom>
              <a:solidFill>
                <a:srgbClr val="FFFFFF"/>
              </a:solidFill>
              <a:ln w="1270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7">
                <a:extLst>
                  <a:ext uri="{FF2B5EF4-FFF2-40B4-BE49-F238E27FC236}">
                    <a16:creationId xmlns:a16="http://schemas.microsoft.com/office/drawing/2014/main" id="{0808D5D7-C739-9F7C-F070-E7FC5C2E7203}"/>
                  </a:ext>
                </a:extLst>
              </p:cNvPr>
              <p:cNvSpPr>
                <a:spLocks/>
              </p:cNvSpPr>
              <p:nvPr/>
            </p:nvSpPr>
            <p:spPr bwMode="auto">
              <a:xfrm>
                <a:off x="2994905" y="5227938"/>
                <a:ext cx="52388" cy="80963"/>
              </a:xfrm>
              <a:custGeom>
                <a:avLst/>
                <a:gdLst>
                  <a:gd name="T0" fmla="*/ 8 w 28"/>
                  <a:gd name="T1" fmla="*/ 26 h 44"/>
                  <a:gd name="T2" fmla="*/ 5 w 28"/>
                  <a:gd name="T3" fmla="*/ 44 h 44"/>
                  <a:gd name="T4" fmla="*/ 23 w 28"/>
                  <a:gd name="T5" fmla="*/ 44 h 44"/>
                  <a:gd name="T6" fmla="*/ 21 w 28"/>
                  <a:gd name="T7" fmla="*/ 26 h 44"/>
                  <a:gd name="T8" fmla="*/ 28 w 28"/>
                  <a:gd name="T9" fmla="*/ 14 h 44"/>
                  <a:gd name="T10" fmla="*/ 12 w 28"/>
                  <a:gd name="T11" fmla="*/ 1 h 44"/>
                  <a:gd name="T12" fmla="*/ 1 w 28"/>
                  <a:gd name="T13" fmla="*/ 12 h 44"/>
                  <a:gd name="T14" fmla="*/ 8 w 28"/>
                  <a:gd name="T15" fmla="*/ 26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44">
                    <a:moveTo>
                      <a:pt x="8" y="26"/>
                    </a:moveTo>
                    <a:cubicBezTo>
                      <a:pt x="5" y="44"/>
                      <a:pt x="5" y="44"/>
                      <a:pt x="5" y="44"/>
                    </a:cubicBezTo>
                    <a:cubicBezTo>
                      <a:pt x="23" y="44"/>
                      <a:pt x="23" y="44"/>
                      <a:pt x="23" y="44"/>
                    </a:cubicBezTo>
                    <a:cubicBezTo>
                      <a:pt x="21" y="26"/>
                      <a:pt x="21" y="26"/>
                      <a:pt x="21" y="26"/>
                    </a:cubicBezTo>
                    <a:cubicBezTo>
                      <a:pt x="25" y="24"/>
                      <a:pt x="28" y="19"/>
                      <a:pt x="28" y="14"/>
                    </a:cubicBezTo>
                    <a:cubicBezTo>
                      <a:pt x="28" y="6"/>
                      <a:pt x="20" y="0"/>
                      <a:pt x="12" y="1"/>
                    </a:cubicBezTo>
                    <a:cubicBezTo>
                      <a:pt x="6" y="2"/>
                      <a:pt x="2" y="6"/>
                      <a:pt x="1" y="12"/>
                    </a:cubicBezTo>
                    <a:cubicBezTo>
                      <a:pt x="0" y="18"/>
                      <a:pt x="3" y="24"/>
                      <a:pt x="8" y="26"/>
                    </a:cubicBezTo>
                    <a:close/>
                  </a:path>
                </a:pathLst>
              </a:custGeom>
              <a:solidFill>
                <a:srgbClr val="1615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8">
                <a:extLst>
                  <a:ext uri="{FF2B5EF4-FFF2-40B4-BE49-F238E27FC236}">
                    <a16:creationId xmlns:a16="http://schemas.microsoft.com/office/drawing/2014/main" id="{4274D85D-BC07-17A3-D998-635C7FDABDAF}"/>
                  </a:ext>
                </a:extLst>
              </p:cNvPr>
              <p:cNvSpPr>
                <a:spLocks noChangeArrowheads="1"/>
              </p:cNvSpPr>
              <p:nvPr/>
            </p:nvSpPr>
            <p:spPr bwMode="auto">
              <a:xfrm>
                <a:off x="2974267" y="5202538"/>
                <a:ext cx="9525"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Rectangle 9">
                <a:extLst>
                  <a:ext uri="{FF2B5EF4-FFF2-40B4-BE49-F238E27FC236}">
                    <a16:creationId xmlns:a16="http://schemas.microsoft.com/office/drawing/2014/main" id="{807E62D1-FFC1-5F4A-7E2E-039DEF8F578B}"/>
                  </a:ext>
                </a:extLst>
              </p:cNvPr>
              <p:cNvSpPr>
                <a:spLocks noChangeArrowheads="1"/>
              </p:cNvSpPr>
              <p:nvPr/>
            </p:nvSpPr>
            <p:spPr bwMode="auto">
              <a:xfrm>
                <a:off x="2994905" y="5202538"/>
                <a:ext cx="11113"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Rectangle 10">
                <a:extLst>
                  <a:ext uri="{FF2B5EF4-FFF2-40B4-BE49-F238E27FC236}">
                    <a16:creationId xmlns:a16="http://schemas.microsoft.com/office/drawing/2014/main" id="{ED74ED03-BBE4-F7B1-A623-FB7A4F63AC95}"/>
                  </a:ext>
                </a:extLst>
              </p:cNvPr>
              <p:cNvSpPr>
                <a:spLocks noChangeArrowheads="1"/>
              </p:cNvSpPr>
              <p:nvPr/>
            </p:nvSpPr>
            <p:spPr bwMode="auto">
              <a:xfrm>
                <a:off x="3015542" y="5202538"/>
                <a:ext cx="11113"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1">
                <a:extLst>
                  <a:ext uri="{FF2B5EF4-FFF2-40B4-BE49-F238E27FC236}">
                    <a16:creationId xmlns:a16="http://schemas.microsoft.com/office/drawing/2014/main" id="{933AFCD6-C6AA-3432-246C-16712C90E8B8}"/>
                  </a:ext>
                </a:extLst>
              </p:cNvPr>
              <p:cNvSpPr>
                <a:spLocks noChangeArrowheads="1"/>
              </p:cNvSpPr>
              <p:nvPr/>
            </p:nvSpPr>
            <p:spPr bwMode="auto">
              <a:xfrm>
                <a:off x="3036180" y="5202538"/>
                <a:ext cx="12700"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2">
                <a:extLst>
                  <a:ext uri="{FF2B5EF4-FFF2-40B4-BE49-F238E27FC236}">
                    <a16:creationId xmlns:a16="http://schemas.microsoft.com/office/drawing/2014/main" id="{D6A220CB-825C-4136-5888-73B6C9B468F5}"/>
                  </a:ext>
                </a:extLst>
              </p:cNvPr>
              <p:cNvSpPr>
                <a:spLocks noChangeArrowheads="1"/>
              </p:cNvSpPr>
              <p:nvPr/>
            </p:nvSpPr>
            <p:spPr bwMode="auto">
              <a:xfrm>
                <a:off x="2953630" y="5202538"/>
                <a:ext cx="11113"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13">
                <a:extLst>
                  <a:ext uri="{FF2B5EF4-FFF2-40B4-BE49-F238E27FC236}">
                    <a16:creationId xmlns:a16="http://schemas.microsoft.com/office/drawing/2014/main" id="{588198E1-78FC-C579-D8A4-508BAE2702FF}"/>
                  </a:ext>
                </a:extLst>
              </p:cNvPr>
              <p:cNvSpPr>
                <a:spLocks noChangeArrowheads="1"/>
              </p:cNvSpPr>
              <p:nvPr/>
            </p:nvSpPr>
            <p:spPr bwMode="auto">
              <a:xfrm>
                <a:off x="3077455" y="5202538"/>
                <a:ext cx="12700"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Rectangle 14">
                <a:extLst>
                  <a:ext uri="{FF2B5EF4-FFF2-40B4-BE49-F238E27FC236}">
                    <a16:creationId xmlns:a16="http://schemas.microsoft.com/office/drawing/2014/main" id="{C6B47514-0415-F4A3-25FE-86317C262742}"/>
                  </a:ext>
                </a:extLst>
              </p:cNvPr>
              <p:cNvSpPr>
                <a:spLocks noChangeArrowheads="1"/>
              </p:cNvSpPr>
              <p:nvPr/>
            </p:nvSpPr>
            <p:spPr bwMode="auto">
              <a:xfrm>
                <a:off x="3058405" y="5202538"/>
                <a:ext cx="9525" cy="12700"/>
              </a:xfrm>
              <a:prstGeom prst="rect">
                <a:avLst/>
              </a:prstGeom>
              <a:solidFill>
                <a:srgbClr val="16151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5">
                <a:extLst>
                  <a:ext uri="{FF2B5EF4-FFF2-40B4-BE49-F238E27FC236}">
                    <a16:creationId xmlns:a16="http://schemas.microsoft.com/office/drawing/2014/main" id="{42D749F4-E72C-22F3-4A82-72DB6D4F7C73}"/>
                  </a:ext>
                </a:extLst>
              </p:cNvPr>
              <p:cNvSpPr>
                <a:spLocks noEditPoints="1"/>
              </p:cNvSpPr>
              <p:nvPr/>
            </p:nvSpPr>
            <p:spPr bwMode="auto">
              <a:xfrm>
                <a:off x="2863143" y="5062832"/>
                <a:ext cx="315914" cy="293688"/>
              </a:xfrm>
              <a:custGeom>
                <a:avLst/>
                <a:gdLst>
                  <a:gd name="T0" fmla="*/ 152 w 172"/>
                  <a:gd name="T1" fmla="*/ 60 h 160"/>
                  <a:gd name="T2" fmla="*/ 148 w 172"/>
                  <a:gd name="T3" fmla="*/ 64 h 160"/>
                  <a:gd name="T4" fmla="*/ 160 w 172"/>
                  <a:gd name="T5" fmla="*/ 76 h 160"/>
                  <a:gd name="T6" fmla="*/ 141 w 172"/>
                  <a:gd name="T7" fmla="*/ 76 h 160"/>
                  <a:gd name="T8" fmla="*/ 141 w 172"/>
                  <a:gd name="T9" fmla="*/ 48 h 160"/>
                  <a:gd name="T10" fmla="*/ 125 w 172"/>
                  <a:gd name="T11" fmla="*/ 48 h 160"/>
                  <a:gd name="T12" fmla="*/ 125 w 172"/>
                  <a:gd name="T13" fmla="*/ 39 h 160"/>
                  <a:gd name="T14" fmla="*/ 113 w 172"/>
                  <a:gd name="T15" fmla="*/ 11 h 160"/>
                  <a:gd name="T16" fmla="*/ 84 w 172"/>
                  <a:gd name="T17" fmla="*/ 0 h 160"/>
                  <a:gd name="T18" fmla="*/ 47 w 172"/>
                  <a:gd name="T19" fmla="*/ 40 h 160"/>
                  <a:gd name="T20" fmla="*/ 47 w 172"/>
                  <a:gd name="T21" fmla="*/ 48 h 160"/>
                  <a:gd name="T22" fmla="*/ 31 w 172"/>
                  <a:gd name="T23" fmla="*/ 48 h 160"/>
                  <a:gd name="T24" fmla="*/ 31 w 172"/>
                  <a:gd name="T25" fmla="*/ 76 h 160"/>
                  <a:gd name="T26" fmla="*/ 13 w 172"/>
                  <a:gd name="T27" fmla="*/ 76 h 160"/>
                  <a:gd name="T28" fmla="*/ 25 w 172"/>
                  <a:gd name="T29" fmla="*/ 64 h 160"/>
                  <a:gd name="T30" fmla="*/ 20 w 172"/>
                  <a:gd name="T31" fmla="*/ 60 h 160"/>
                  <a:gd name="T32" fmla="*/ 0 w 172"/>
                  <a:gd name="T33" fmla="*/ 79 h 160"/>
                  <a:gd name="T34" fmla="*/ 20 w 172"/>
                  <a:gd name="T35" fmla="*/ 99 h 160"/>
                  <a:gd name="T36" fmla="*/ 25 w 172"/>
                  <a:gd name="T37" fmla="*/ 95 h 160"/>
                  <a:gd name="T38" fmla="*/ 13 w 172"/>
                  <a:gd name="T39" fmla="*/ 83 h 160"/>
                  <a:gd name="T40" fmla="*/ 31 w 172"/>
                  <a:gd name="T41" fmla="*/ 83 h 160"/>
                  <a:gd name="T42" fmla="*/ 31 w 172"/>
                  <a:gd name="T43" fmla="*/ 160 h 160"/>
                  <a:gd name="T44" fmla="*/ 141 w 172"/>
                  <a:gd name="T45" fmla="*/ 160 h 160"/>
                  <a:gd name="T46" fmla="*/ 141 w 172"/>
                  <a:gd name="T47" fmla="*/ 83 h 160"/>
                  <a:gd name="T48" fmla="*/ 160 w 172"/>
                  <a:gd name="T49" fmla="*/ 83 h 160"/>
                  <a:gd name="T50" fmla="*/ 148 w 172"/>
                  <a:gd name="T51" fmla="*/ 95 h 160"/>
                  <a:gd name="T52" fmla="*/ 152 w 172"/>
                  <a:gd name="T53" fmla="*/ 99 h 160"/>
                  <a:gd name="T54" fmla="*/ 172 w 172"/>
                  <a:gd name="T55" fmla="*/ 79 h 160"/>
                  <a:gd name="T56" fmla="*/ 152 w 172"/>
                  <a:gd name="T57" fmla="*/ 60 h 160"/>
                  <a:gd name="T58" fmla="*/ 53 w 172"/>
                  <a:gd name="T59" fmla="*/ 40 h 160"/>
                  <a:gd name="T60" fmla="*/ 84 w 172"/>
                  <a:gd name="T61" fmla="*/ 7 h 160"/>
                  <a:gd name="T62" fmla="*/ 109 w 172"/>
                  <a:gd name="T63" fmla="*/ 16 h 160"/>
                  <a:gd name="T64" fmla="*/ 119 w 172"/>
                  <a:gd name="T65" fmla="*/ 39 h 160"/>
                  <a:gd name="T66" fmla="*/ 119 w 172"/>
                  <a:gd name="T67" fmla="*/ 48 h 160"/>
                  <a:gd name="T68" fmla="*/ 114 w 172"/>
                  <a:gd name="T69" fmla="*/ 48 h 160"/>
                  <a:gd name="T70" fmla="*/ 114 w 172"/>
                  <a:gd name="T71" fmla="*/ 39 h 160"/>
                  <a:gd name="T72" fmla="*/ 106 w 172"/>
                  <a:gd name="T73" fmla="*/ 19 h 160"/>
                  <a:gd name="T74" fmla="*/ 85 w 172"/>
                  <a:gd name="T75" fmla="*/ 11 h 160"/>
                  <a:gd name="T76" fmla="*/ 58 w 172"/>
                  <a:gd name="T77" fmla="*/ 40 h 160"/>
                  <a:gd name="T78" fmla="*/ 58 w 172"/>
                  <a:gd name="T79" fmla="*/ 48 h 160"/>
                  <a:gd name="T80" fmla="*/ 53 w 172"/>
                  <a:gd name="T81" fmla="*/ 48 h 160"/>
                  <a:gd name="T82" fmla="*/ 53 w 172"/>
                  <a:gd name="T83" fmla="*/ 40 h 160"/>
                  <a:gd name="T84" fmla="*/ 108 w 172"/>
                  <a:gd name="T85" fmla="*/ 39 h 160"/>
                  <a:gd name="T86" fmla="*/ 108 w 172"/>
                  <a:gd name="T87" fmla="*/ 48 h 160"/>
                  <a:gd name="T88" fmla="*/ 65 w 172"/>
                  <a:gd name="T89" fmla="*/ 48 h 160"/>
                  <a:gd name="T90" fmla="*/ 65 w 172"/>
                  <a:gd name="T91" fmla="*/ 40 h 160"/>
                  <a:gd name="T92" fmla="*/ 86 w 172"/>
                  <a:gd name="T93" fmla="*/ 18 h 160"/>
                  <a:gd name="T94" fmla="*/ 101 w 172"/>
                  <a:gd name="T95" fmla="*/ 24 h 160"/>
                  <a:gd name="T96" fmla="*/ 108 w 172"/>
                  <a:gd name="T97" fmla="*/ 39 h 160"/>
                  <a:gd name="T98" fmla="*/ 38 w 172"/>
                  <a:gd name="T99" fmla="*/ 154 h 160"/>
                  <a:gd name="T100" fmla="*/ 38 w 172"/>
                  <a:gd name="T101" fmla="*/ 83 h 160"/>
                  <a:gd name="T102" fmla="*/ 44 w 172"/>
                  <a:gd name="T103" fmla="*/ 83 h 160"/>
                  <a:gd name="T104" fmla="*/ 44 w 172"/>
                  <a:gd name="T105" fmla="*/ 76 h 160"/>
                  <a:gd name="T106" fmla="*/ 38 w 172"/>
                  <a:gd name="T107" fmla="*/ 76 h 160"/>
                  <a:gd name="T108" fmla="*/ 38 w 172"/>
                  <a:gd name="T109" fmla="*/ 54 h 160"/>
                  <a:gd name="T110" fmla="*/ 135 w 172"/>
                  <a:gd name="T111" fmla="*/ 54 h 160"/>
                  <a:gd name="T112" fmla="*/ 135 w 172"/>
                  <a:gd name="T113" fmla="*/ 76 h 160"/>
                  <a:gd name="T114" fmla="*/ 128 w 172"/>
                  <a:gd name="T115" fmla="*/ 76 h 160"/>
                  <a:gd name="T116" fmla="*/ 128 w 172"/>
                  <a:gd name="T117" fmla="*/ 83 h 160"/>
                  <a:gd name="T118" fmla="*/ 135 w 172"/>
                  <a:gd name="T119" fmla="*/ 83 h 160"/>
                  <a:gd name="T120" fmla="*/ 135 w 172"/>
                  <a:gd name="T121" fmla="*/ 154 h 160"/>
                  <a:gd name="T122" fmla="*/ 38 w 172"/>
                  <a:gd name="T123" fmla="*/ 15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2" h="160">
                    <a:moveTo>
                      <a:pt x="152" y="60"/>
                    </a:moveTo>
                    <a:cubicBezTo>
                      <a:pt x="148" y="64"/>
                      <a:pt x="148" y="64"/>
                      <a:pt x="148" y="64"/>
                    </a:cubicBezTo>
                    <a:cubicBezTo>
                      <a:pt x="160" y="76"/>
                      <a:pt x="160" y="76"/>
                      <a:pt x="160" y="76"/>
                    </a:cubicBezTo>
                    <a:cubicBezTo>
                      <a:pt x="141" y="76"/>
                      <a:pt x="141" y="76"/>
                      <a:pt x="141" y="76"/>
                    </a:cubicBezTo>
                    <a:cubicBezTo>
                      <a:pt x="141" y="48"/>
                      <a:pt x="141" y="48"/>
                      <a:pt x="141" y="48"/>
                    </a:cubicBezTo>
                    <a:cubicBezTo>
                      <a:pt x="125" y="48"/>
                      <a:pt x="125" y="48"/>
                      <a:pt x="125" y="48"/>
                    </a:cubicBezTo>
                    <a:cubicBezTo>
                      <a:pt x="125" y="39"/>
                      <a:pt x="125" y="39"/>
                      <a:pt x="125" y="39"/>
                    </a:cubicBezTo>
                    <a:cubicBezTo>
                      <a:pt x="125" y="28"/>
                      <a:pt x="121" y="18"/>
                      <a:pt x="113" y="11"/>
                    </a:cubicBezTo>
                    <a:cubicBezTo>
                      <a:pt x="105" y="3"/>
                      <a:pt x="95" y="0"/>
                      <a:pt x="84" y="0"/>
                    </a:cubicBezTo>
                    <a:cubicBezTo>
                      <a:pt x="63" y="1"/>
                      <a:pt x="47" y="19"/>
                      <a:pt x="47" y="40"/>
                    </a:cubicBezTo>
                    <a:cubicBezTo>
                      <a:pt x="47" y="48"/>
                      <a:pt x="47" y="48"/>
                      <a:pt x="47" y="48"/>
                    </a:cubicBezTo>
                    <a:cubicBezTo>
                      <a:pt x="31" y="48"/>
                      <a:pt x="31" y="48"/>
                      <a:pt x="31" y="48"/>
                    </a:cubicBezTo>
                    <a:cubicBezTo>
                      <a:pt x="31" y="76"/>
                      <a:pt x="31" y="76"/>
                      <a:pt x="31" y="76"/>
                    </a:cubicBezTo>
                    <a:cubicBezTo>
                      <a:pt x="13" y="76"/>
                      <a:pt x="13" y="76"/>
                      <a:pt x="13" y="76"/>
                    </a:cubicBezTo>
                    <a:cubicBezTo>
                      <a:pt x="25" y="64"/>
                      <a:pt x="25" y="64"/>
                      <a:pt x="25" y="64"/>
                    </a:cubicBezTo>
                    <a:cubicBezTo>
                      <a:pt x="20" y="60"/>
                      <a:pt x="20" y="60"/>
                      <a:pt x="20" y="60"/>
                    </a:cubicBezTo>
                    <a:cubicBezTo>
                      <a:pt x="0" y="79"/>
                      <a:pt x="0" y="79"/>
                      <a:pt x="0" y="79"/>
                    </a:cubicBezTo>
                    <a:cubicBezTo>
                      <a:pt x="20" y="99"/>
                      <a:pt x="20" y="99"/>
                      <a:pt x="20" y="99"/>
                    </a:cubicBezTo>
                    <a:cubicBezTo>
                      <a:pt x="25" y="95"/>
                      <a:pt x="25" y="95"/>
                      <a:pt x="25" y="95"/>
                    </a:cubicBezTo>
                    <a:cubicBezTo>
                      <a:pt x="13" y="83"/>
                      <a:pt x="13" y="83"/>
                      <a:pt x="13" y="83"/>
                    </a:cubicBezTo>
                    <a:cubicBezTo>
                      <a:pt x="31" y="83"/>
                      <a:pt x="31" y="83"/>
                      <a:pt x="31" y="83"/>
                    </a:cubicBezTo>
                    <a:cubicBezTo>
                      <a:pt x="31" y="160"/>
                      <a:pt x="31" y="160"/>
                      <a:pt x="31" y="160"/>
                    </a:cubicBezTo>
                    <a:cubicBezTo>
                      <a:pt x="141" y="160"/>
                      <a:pt x="141" y="160"/>
                      <a:pt x="141" y="160"/>
                    </a:cubicBezTo>
                    <a:cubicBezTo>
                      <a:pt x="141" y="83"/>
                      <a:pt x="141" y="83"/>
                      <a:pt x="141" y="83"/>
                    </a:cubicBezTo>
                    <a:cubicBezTo>
                      <a:pt x="160" y="83"/>
                      <a:pt x="160" y="83"/>
                      <a:pt x="160" y="83"/>
                    </a:cubicBezTo>
                    <a:cubicBezTo>
                      <a:pt x="148" y="95"/>
                      <a:pt x="148" y="95"/>
                      <a:pt x="148" y="95"/>
                    </a:cubicBezTo>
                    <a:cubicBezTo>
                      <a:pt x="152" y="99"/>
                      <a:pt x="152" y="99"/>
                      <a:pt x="152" y="99"/>
                    </a:cubicBezTo>
                    <a:cubicBezTo>
                      <a:pt x="172" y="79"/>
                      <a:pt x="172" y="79"/>
                      <a:pt x="172" y="79"/>
                    </a:cubicBezTo>
                    <a:lnTo>
                      <a:pt x="152" y="60"/>
                    </a:lnTo>
                    <a:close/>
                    <a:moveTo>
                      <a:pt x="53" y="40"/>
                    </a:moveTo>
                    <a:cubicBezTo>
                      <a:pt x="53" y="22"/>
                      <a:pt x="67" y="8"/>
                      <a:pt x="84" y="7"/>
                    </a:cubicBezTo>
                    <a:cubicBezTo>
                      <a:pt x="93" y="6"/>
                      <a:pt x="102" y="9"/>
                      <a:pt x="109" y="16"/>
                    </a:cubicBezTo>
                    <a:cubicBezTo>
                      <a:pt x="115" y="22"/>
                      <a:pt x="119" y="30"/>
                      <a:pt x="119" y="39"/>
                    </a:cubicBezTo>
                    <a:cubicBezTo>
                      <a:pt x="119" y="48"/>
                      <a:pt x="119" y="48"/>
                      <a:pt x="119" y="48"/>
                    </a:cubicBezTo>
                    <a:cubicBezTo>
                      <a:pt x="114" y="48"/>
                      <a:pt x="114" y="48"/>
                      <a:pt x="114" y="48"/>
                    </a:cubicBezTo>
                    <a:cubicBezTo>
                      <a:pt x="114" y="39"/>
                      <a:pt x="114" y="39"/>
                      <a:pt x="114" y="39"/>
                    </a:cubicBezTo>
                    <a:cubicBezTo>
                      <a:pt x="114" y="32"/>
                      <a:pt x="111" y="25"/>
                      <a:pt x="106" y="19"/>
                    </a:cubicBezTo>
                    <a:cubicBezTo>
                      <a:pt x="100" y="14"/>
                      <a:pt x="93" y="11"/>
                      <a:pt x="85" y="11"/>
                    </a:cubicBezTo>
                    <a:cubicBezTo>
                      <a:pt x="70" y="12"/>
                      <a:pt x="58" y="24"/>
                      <a:pt x="58" y="40"/>
                    </a:cubicBezTo>
                    <a:cubicBezTo>
                      <a:pt x="58" y="48"/>
                      <a:pt x="58" y="48"/>
                      <a:pt x="58" y="48"/>
                    </a:cubicBezTo>
                    <a:cubicBezTo>
                      <a:pt x="53" y="48"/>
                      <a:pt x="53" y="48"/>
                      <a:pt x="53" y="48"/>
                    </a:cubicBezTo>
                    <a:lnTo>
                      <a:pt x="53" y="40"/>
                    </a:lnTo>
                    <a:close/>
                    <a:moveTo>
                      <a:pt x="108" y="39"/>
                    </a:moveTo>
                    <a:cubicBezTo>
                      <a:pt x="108" y="48"/>
                      <a:pt x="108" y="48"/>
                      <a:pt x="108" y="48"/>
                    </a:cubicBezTo>
                    <a:cubicBezTo>
                      <a:pt x="65" y="48"/>
                      <a:pt x="65" y="48"/>
                      <a:pt x="65" y="48"/>
                    </a:cubicBezTo>
                    <a:cubicBezTo>
                      <a:pt x="65" y="40"/>
                      <a:pt x="65" y="40"/>
                      <a:pt x="65" y="40"/>
                    </a:cubicBezTo>
                    <a:cubicBezTo>
                      <a:pt x="65" y="28"/>
                      <a:pt x="74" y="18"/>
                      <a:pt x="86" y="18"/>
                    </a:cubicBezTo>
                    <a:cubicBezTo>
                      <a:pt x="91" y="18"/>
                      <a:pt x="97" y="20"/>
                      <a:pt x="101" y="24"/>
                    </a:cubicBezTo>
                    <a:cubicBezTo>
                      <a:pt x="105" y="28"/>
                      <a:pt x="108" y="33"/>
                      <a:pt x="108" y="39"/>
                    </a:cubicBezTo>
                    <a:close/>
                    <a:moveTo>
                      <a:pt x="38" y="154"/>
                    </a:moveTo>
                    <a:cubicBezTo>
                      <a:pt x="38" y="83"/>
                      <a:pt x="38" y="83"/>
                      <a:pt x="38" y="83"/>
                    </a:cubicBezTo>
                    <a:cubicBezTo>
                      <a:pt x="44" y="83"/>
                      <a:pt x="44" y="83"/>
                      <a:pt x="44" y="83"/>
                    </a:cubicBezTo>
                    <a:cubicBezTo>
                      <a:pt x="44" y="76"/>
                      <a:pt x="44" y="76"/>
                      <a:pt x="44" y="76"/>
                    </a:cubicBezTo>
                    <a:cubicBezTo>
                      <a:pt x="38" y="76"/>
                      <a:pt x="38" y="76"/>
                      <a:pt x="38" y="76"/>
                    </a:cubicBezTo>
                    <a:cubicBezTo>
                      <a:pt x="38" y="54"/>
                      <a:pt x="38" y="54"/>
                      <a:pt x="38" y="54"/>
                    </a:cubicBezTo>
                    <a:cubicBezTo>
                      <a:pt x="135" y="54"/>
                      <a:pt x="135" y="54"/>
                      <a:pt x="135" y="54"/>
                    </a:cubicBezTo>
                    <a:cubicBezTo>
                      <a:pt x="135" y="76"/>
                      <a:pt x="135" y="76"/>
                      <a:pt x="135" y="76"/>
                    </a:cubicBezTo>
                    <a:cubicBezTo>
                      <a:pt x="128" y="76"/>
                      <a:pt x="128" y="76"/>
                      <a:pt x="128" y="76"/>
                    </a:cubicBezTo>
                    <a:cubicBezTo>
                      <a:pt x="128" y="83"/>
                      <a:pt x="128" y="83"/>
                      <a:pt x="128" y="83"/>
                    </a:cubicBezTo>
                    <a:cubicBezTo>
                      <a:pt x="135" y="83"/>
                      <a:pt x="135" y="83"/>
                      <a:pt x="135" y="83"/>
                    </a:cubicBezTo>
                    <a:cubicBezTo>
                      <a:pt x="135" y="154"/>
                      <a:pt x="135" y="154"/>
                      <a:pt x="135" y="154"/>
                    </a:cubicBezTo>
                    <a:lnTo>
                      <a:pt x="38" y="154"/>
                    </a:lnTo>
                    <a:close/>
                  </a:path>
                </a:pathLst>
              </a:custGeom>
              <a:solidFill>
                <a:srgbClr val="16151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3" name="Group 2">
            <a:extLst>
              <a:ext uri="{FF2B5EF4-FFF2-40B4-BE49-F238E27FC236}">
                <a16:creationId xmlns:a16="http://schemas.microsoft.com/office/drawing/2014/main" id="{05EE9B62-980B-A25F-407D-5C53FBD65B27}"/>
              </a:ext>
            </a:extLst>
          </p:cNvPr>
          <p:cNvGrpSpPr/>
          <p:nvPr/>
        </p:nvGrpSpPr>
        <p:grpSpPr>
          <a:xfrm>
            <a:off x="1447699" y="1871459"/>
            <a:ext cx="2668647" cy="4199361"/>
            <a:chOff x="1447699" y="1871459"/>
            <a:chExt cx="2668647" cy="4199361"/>
          </a:xfrm>
        </p:grpSpPr>
        <p:sp>
          <p:nvSpPr>
            <p:cNvPr id="9" name="Rectangle 8">
              <a:extLst>
                <a:ext uri="{FF2B5EF4-FFF2-40B4-BE49-F238E27FC236}">
                  <a16:creationId xmlns:a16="http://schemas.microsoft.com/office/drawing/2014/main" id="{35C90051-1183-2823-3B50-AA58046619B2}"/>
                </a:ext>
              </a:extLst>
            </p:cNvPr>
            <p:cNvSpPr/>
            <p:nvPr/>
          </p:nvSpPr>
          <p:spPr>
            <a:xfrm>
              <a:off x="1447699" y="1871459"/>
              <a:ext cx="2668647" cy="416574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B08FB45-8F33-5E69-753D-A3B6A04E2A37}"/>
                </a:ext>
              </a:extLst>
            </p:cNvPr>
            <p:cNvSpPr/>
            <p:nvPr/>
          </p:nvSpPr>
          <p:spPr>
            <a:xfrm>
              <a:off x="1649717" y="2277021"/>
              <a:ext cx="2194213" cy="2986548"/>
            </a:xfrm>
            <a:prstGeom prst="rect">
              <a:avLst/>
            </a:prstGeom>
            <a:solidFill>
              <a:schemeClr val="bg1"/>
            </a:solidFill>
            <a:ln>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465102BA-1C64-D478-EFCE-2C255664FD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3644" y="3175279"/>
              <a:ext cx="521110" cy="497949"/>
            </a:xfrm>
            <a:prstGeom prst="rect">
              <a:avLst/>
            </a:prstGeom>
            <a:ln>
              <a:noFill/>
            </a:ln>
            <a:effectLst/>
          </p:spPr>
        </p:pic>
        <p:grpSp>
          <p:nvGrpSpPr>
            <p:cNvPr id="14" name="Graphic 2">
              <a:extLst>
                <a:ext uri="{FF2B5EF4-FFF2-40B4-BE49-F238E27FC236}">
                  <a16:creationId xmlns:a16="http://schemas.microsoft.com/office/drawing/2014/main" id="{D445D4A7-A4DE-D4DD-50EE-7B847A3B36C2}"/>
                </a:ext>
              </a:extLst>
            </p:cNvPr>
            <p:cNvGrpSpPr/>
            <p:nvPr/>
          </p:nvGrpSpPr>
          <p:grpSpPr>
            <a:xfrm>
              <a:off x="1743666" y="4149193"/>
              <a:ext cx="513347" cy="1012691"/>
              <a:chOff x="3581676" y="1582905"/>
              <a:chExt cx="513347" cy="1012691"/>
            </a:xfrm>
          </p:grpSpPr>
          <p:grpSp>
            <p:nvGrpSpPr>
              <p:cNvPr id="15" name="Graphic 2">
                <a:extLst>
                  <a:ext uri="{FF2B5EF4-FFF2-40B4-BE49-F238E27FC236}">
                    <a16:creationId xmlns:a16="http://schemas.microsoft.com/office/drawing/2014/main" id="{85B035B0-C08A-5F68-8FB7-7E7C494AE2C7}"/>
                  </a:ext>
                </a:extLst>
              </p:cNvPr>
              <p:cNvGrpSpPr/>
              <p:nvPr/>
            </p:nvGrpSpPr>
            <p:grpSpPr>
              <a:xfrm>
                <a:off x="3581676" y="1582905"/>
                <a:ext cx="513347" cy="513347"/>
                <a:chOff x="3581676" y="1582905"/>
                <a:chExt cx="513347" cy="513347"/>
              </a:xfrm>
            </p:grpSpPr>
            <p:grpSp>
              <p:nvGrpSpPr>
                <p:cNvPr id="19" name="Graphic 2">
                  <a:extLst>
                    <a:ext uri="{FF2B5EF4-FFF2-40B4-BE49-F238E27FC236}">
                      <a16:creationId xmlns:a16="http://schemas.microsoft.com/office/drawing/2014/main" id="{471C7067-FD62-EB84-FAD6-DF2B05B20A5C}"/>
                    </a:ext>
                  </a:extLst>
                </p:cNvPr>
                <p:cNvGrpSpPr/>
                <p:nvPr/>
              </p:nvGrpSpPr>
              <p:grpSpPr>
                <a:xfrm>
                  <a:off x="3581676" y="1582905"/>
                  <a:ext cx="513347" cy="513347"/>
                  <a:chOff x="3581676" y="1582905"/>
                  <a:chExt cx="513347" cy="513347"/>
                </a:xfrm>
                <a:solidFill>
                  <a:srgbClr val="FFFFFF"/>
                </a:solidFill>
              </p:grpSpPr>
              <p:sp>
                <p:nvSpPr>
                  <p:cNvPr id="30" name="Freeform: Shape 29">
                    <a:extLst>
                      <a:ext uri="{FF2B5EF4-FFF2-40B4-BE49-F238E27FC236}">
                        <a16:creationId xmlns:a16="http://schemas.microsoft.com/office/drawing/2014/main" id="{C2B8FB46-F236-FF8F-E0AA-0E8121DD6061}"/>
                      </a:ext>
                    </a:extLst>
                  </p:cNvPr>
                  <p:cNvSpPr/>
                  <p:nvPr/>
                </p:nvSpPr>
                <p:spPr>
                  <a:xfrm>
                    <a:off x="3587784" y="1589016"/>
                    <a:ext cx="501155" cy="502346"/>
                  </a:xfrm>
                  <a:custGeom>
                    <a:avLst/>
                    <a:gdLst>
                      <a:gd name="connsiteX0" fmla="*/ 26829 w 501155"/>
                      <a:gd name="connsiteY0" fmla="*/ 501127 h 502346"/>
                      <a:gd name="connsiteX1" fmla="*/ 0 w 501155"/>
                      <a:gd name="connsiteY1" fmla="*/ 474234 h 502346"/>
                      <a:gd name="connsiteX2" fmla="*/ 0 w 501155"/>
                      <a:gd name="connsiteY2" fmla="*/ 26890 h 502346"/>
                      <a:gd name="connsiteX3" fmla="*/ 26829 w 501155"/>
                      <a:gd name="connsiteY3" fmla="*/ 0 h 502346"/>
                      <a:gd name="connsiteX4" fmla="*/ 474333 w 501155"/>
                      <a:gd name="connsiteY4" fmla="*/ 0 h 502346"/>
                      <a:gd name="connsiteX5" fmla="*/ 501155 w 501155"/>
                      <a:gd name="connsiteY5" fmla="*/ 26890 h 502346"/>
                      <a:gd name="connsiteX6" fmla="*/ 501155 w 501155"/>
                      <a:gd name="connsiteY6" fmla="*/ 475460 h 502346"/>
                      <a:gd name="connsiteX7" fmla="*/ 474333 w 501155"/>
                      <a:gd name="connsiteY7" fmla="*/ 502346 h 502346"/>
                      <a:gd name="connsiteX8" fmla="*/ 26829 w 501155"/>
                      <a:gd name="connsiteY8" fmla="*/ 501127 h 50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155" h="502346">
                        <a:moveTo>
                          <a:pt x="26829" y="501127"/>
                        </a:moveTo>
                        <a:cubicBezTo>
                          <a:pt x="12198" y="501127"/>
                          <a:pt x="0" y="488903"/>
                          <a:pt x="0" y="474234"/>
                        </a:cubicBezTo>
                        <a:lnTo>
                          <a:pt x="0" y="26890"/>
                        </a:lnTo>
                        <a:cubicBezTo>
                          <a:pt x="0" y="12223"/>
                          <a:pt x="12198" y="0"/>
                          <a:pt x="26829" y="0"/>
                        </a:cubicBezTo>
                        <a:lnTo>
                          <a:pt x="474333" y="0"/>
                        </a:lnTo>
                        <a:cubicBezTo>
                          <a:pt x="488963" y="0"/>
                          <a:pt x="501155" y="12223"/>
                          <a:pt x="501155" y="26890"/>
                        </a:cubicBezTo>
                        <a:lnTo>
                          <a:pt x="501155" y="475460"/>
                        </a:lnTo>
                        <a:cubicBezTo>
                          <a:pt x="501155" y="490122"/>
                          <a:pt x="488963" y="502346"/>
                          <a:pt x="474333" y="502346"/>
                        </a:cubicBezTo>
                        <a:lnTo>
                          <a:pt x="26829" y="501127"/>
                        </a:lnTo>
                        <a:close/>
                      </a:path>
                    </a:pathLst>
                  </a:custGeom>
                  <a:solidFill>
                    <a:srgbClr val="FFFFFF"/>
                  </a:solidFill>
                  <a:ln w="6417"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219BDA0-187C-0892-6240-0BF4915B9058}"/>
                      </a:ext>
                    </a:extLst>
                  </p:cNvPr>
                  <p:cNvSpPr/>
                  <p:nvPr/>
                </p:nvSpPr>
                <p:spPr>
                  <a:xfrm>
                    <a:off x="3581676" y="1582905"/>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9"/>
                          <a:pt x="14630" y="513347"/>
                          <a:pt x="32925" y="513347"/>
                        </a:cubicBezTo>
                        <a:lnTo>
                          <a:pt x="480422"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endParaRPr lang="en-US"/>
                  </a:p>
                </p:txBody>
              </p:sp>
            </p:grpSp>
            <p:grpSp>
              <p:nvGrpSpPr>
                <p:cNvPr id="20" name="Graphic 2">
                  <a:extLst>
                    <a:ext uri="{FF2B5EF4-FFF2-40B4-BE49-F238E27FC236}">
                      <a16:creationId xmlns:a16="http://schemas.microsoft.com/office/drawing/2014/main" id="{202D9A03-3D23-04EA-E588-49135B7127A0}"/>
                    </a:ext>
                  </a:extLst>
                </p:cNvPr>
                <p:cNvGrpSpPr/>
                <p:nvPr/>
              </p:nvGrpSpPr>
              <p:grpSpPr>
                <a:xfrm>
                  <a:off x="3593874" y="1595131"/>
                  <a:ext cx="488957" cy="488903"/>
                  <a:chOff x="3593874" y="1595131"/>
                  <a:chExt cx="488957" cy="488903"/>
                </a:xfrm>
                <a:solidFill>
                  <a:srgbClr val="2D5967"/>
                </a:solidFill>
              </p:grpSpPr>
              <p:sp>
                <p:nvSpPr>
                  <p:cNvPr id="21" name="Freeform: Shape 20">
                    <a:extLst>
                      <a:ext uri="{FF2B5EF4-FFF2-40B4-BE49-F238E27FC236}">
                        <a16:creationId xmlns:a16="http://schemas.microsoft.com/office/drawing/2014/main" id="{5539E11F-923B-1DEA-2A06-D5AD63D6E33E}"/>
                      </a:ext>
                    </a:extLst>
                  </p:cNvPr>
                  <p:cNvSpPr/>
                  <p:nvPr/>
                </p:nvSpPr>
                <p:spPr>
                  <a:xfrm>
                    <a:off x="3593874" y="1595131"/>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FD15DDF-0B64-AEAC-E1F6-D3F4E6A2D015}"/>
                      </a:ext>
                    </a:extLst>
                  </p:cNvPr>
                  <p:cNvSpPr/>
                  <p:nvPr/>
                </p:nvSpPr>
                <p:spPr>
                  <a:xfrm>
                    <a:off x="3662156" y="1906808"/>
                    <a:ext cx="354832" cy="108784"/>
                  </a:xfrm>
                  <a:custGeom>
                    <a:avLst/>
                    <a:gdLst>
                      <a:gd name="connsiteX0" fmla="*/ 0 w 354832"/>
                      <a:gd name="connsiteY0" fmla="*/ 108785 h 108784"/>
                      <a:gd name="connsiteX1" fmla="*/ 354832 w 354832"/>
                      <a:gd name="connsiteY1" fmla="*/ 108785 h 108784"/>
                      <a:gd name="connsiteX2" fmla="*/ 354832 w 354832"/>
                      <a:gd name="connsiteY2" fmla="*/ 0 h 108784"/>
                      <a:gd name="connsiteX3" fmla="*/ 0 w 354832"/>
                      <a:gd name="connsiteY3" fmla="*/ 0 h 108784"/>
                      <a:gd name="connsiteX4" fmla="*/ 0 w 354832"/>
                      <a:gd name="connsiteY4" fmla="*/ 108785 h 108784"/>
                      <a:gd name="connsiteX5" fmla="*/ 17069 w 354832"/>
                      <a:gd name="connsiteY5" fmla="*/ 18333 h 108784"/>
                      <a:gd name="connsiteX6" fmla="*/ 335318 w 354832"/>
                      <a:gd name="connsiteY6" fmla="*/ 18333 h 108784"/>
                      <a:gd name="connsiteX7" fmla="*/ 335318 w 354832"/>
                      <a:gd name="connsiteY7" fmla="*/ 91671 h 108784"/>
                      <a:gd name="connsiteX8" fmla="*/ 17069 w 354832"/>
                      <a:gd name="connsiteY8" fmla="*/ 91671 h 108784"/>
                      <a:gd name="connsiteX9" fmla="*/ 17069 w 354832"/>
                      <a:gd name="connsiteY9" fmla="*/ 18333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32" h="108784">
                        <a:moveTo>
                          <a:pt x="0" y="108785"/>
                        </a:moveTo>
                        <a:lnTo>
                          <a:pt x="354832" y="108785"/>
                        </a:lnTo>
                        <a:lnTo>
                          <a:pt x="354832" y="0"/>
                        </a:lnTo>
                        <a:lnTo>
                          <a:pt x="0" y="0"/>
                        </a:lnTo>
                        <a:lnTo>
                          <a:pt x="0" y="108785"/>
                        </a:lnTo>
                        <a:close/>
                        <a:moveTo>
                          <a:pt x="17069" y="18333"/>
                        </a:moveTo>
                        <a:lnTo>
                          <a:pt x="335318" y="18333"/>
                        </a:lnTo>
                        <a:lnTo>
                          <a:pt x="335318" y="91671"/>
                        </a:lnTo>
                        <a:lnTo>
                          <a:pt x="17069" y="91671"/>
                        </a:lnTo>
                        <a:lnTo>
                          <a:pt x="17069" y="18333"/>
                        </a:lnTo>
                        <a:close/>
                      </a:path>
                    </a:pathLst>
                  </a:custGeom>
                  <a:solidFill>
                    <a:srgbClr val="2D5967"/>
                  </a:solidFill>
                  <a:ln w="6417"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B1C6509E-9EEA-11D5-B0CE-4FBC8234A282}"/>
                      </a:ext>
                    </a:extLst>
                  </p:cNvPr>
                  <p:cNvSpPr/>
                  <p:nvPr/>
                </p:nvSpPr>
                <p:spPr>
                  <a:xfrm>
                    <a:off x="3943823" y="1948363"/>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C2AD477-3828-0072-0ADB-55CE1555C050}"/>
                      </a:ext>
                    </a:extLst>
                  </p:cNvPr>
                  <p:cNvSpPr/>
                  <p:nvPr/>
                </p:nvSpPr>
                <p:spPr>
                  <a:xfrm>
                    <a:off x="3662156" y="1663574"/>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DA9F288-516C-DFB4-05F5-D4DF81486A6D}"/>
                      </a:ext>
                    </a:extLst>
                  </p:cNvPr>
                  <p:cNvSpPr/>
                  <p:nvPr/>
                </p:nvSpPr>
                <p:spPr>
                  <a:xfrm>
                    <a:off x="3782876" y="1663574"/>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05451FE-382E-0B8F-B98C-20DEDEA97996}"/>
                      </a:ext>
                    </a:extLst>
                  </p:cNvPr>
                  <p:cNvSpPr/>
                  <p:nvPr/>
                </p:nvSpPr>
                <p:spPr>
                  <a:xfrm>
                    <a:off x="3662156" y="1785798"/>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56AD80E-15B4-49D9-0815-92ED566B0D6B}"/>
                      </a:ext>
                    </a:extLst>
                  </p:cNvPr>
                  <p:cNvSpPr/>
                  <p:nvPr/>
                </p:nvSpPr>
                <p:spPr>
                  <a:xfrm>
                    <a:off x="3782876" y="1785798"/>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99E4621-3F86-BCEB-0999-55E00AC7FEA3}"/>
                      </a:ext>
                    </a:extLst>
                  </p:cNvPr>
                  <p:cNvSpPr/>
                  <p:nvPr/>
                </p:nvSpPr>
                <p:spPr>
                  <a:xfrm>
                    <a:off x="3904808" y="1663574"/>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C2ADF54-3AFA-2FAB-AC63-75FF7E277538}"/>
                      </a:ext>
                    </a:extLst>
                  </p:cNvPr>
                  <p:cNvSpPr/>
                  <p:nvPr/>
                </p:nvSpPr>
                <p:spPr>
                  <a:xfrm>
                    <a:off x="3904808" y="1785798"/>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grpSp>
          </p:grpSp>
          <p:sp>
            <p:nvSpPr>
              <p:cNvPr id="17" name="TextBox 16">
                <a:extLst>
                  <a:ext uri="{FF2B5EF4-FFF2-40B4-BE49-F238E27FC236}">
                    <a16:creationId xmlns:a16="http://schemas.microsoft.com/office/drawing/2014/main" id="{56B284DF-722D-FFC3-28D8-5F3C0285598B}"/>
                  </a:ext>
                </a:extLst>
              </p:cNvPr>
              <p:cNvSpPr txBox="1"/>
              <p:nvPr/>
            </p:nvSpPr>
            <p:spPr>
              <a:xfrm>
                <a:off x="3592655" y="2055768"/>
                <a:ext cx="492443" cy="539828"/>
              </a:xfrm>
              <a:prstGeom prst="rect">
                <a:avLst/>
              </a:prstGeom>
              <a:noFill/>
            </p:spPr>
            <p:txBody>
              <a:bodyPr wrap="none" rtlCol="0">
                <a:spAutoFit/>
              </a:bodyPr>
              <a:lstStyle/>
              <a:p>
                <a:pPr algn="l"/>
                <a:r>
                  <a:rPr lang="en-US" sz="1100" b="1" spc="0" baseline="0">
                    <a:solidFill>
                      <a:srgbClr val="000000"/>
                    </a:solidFill>
                    <a:latin typeface="Oracle Sans"/>
                    <a:cs typeface="Oracle Sans"/>
                    <a:sym typeface="Oracle Sans"/>
                    <a:rtl val="0"/>
                  </a:rPr>
                  <a:t>App3</a:t>
                </a:r>
              </a:p>
              <a:p>
                <a:pPr algn="l"/>
                <a:r>
                  <a:rPr lang="en-US" sz="900" b="1">
                    <a:solidFill>
                      <a:srgbClr val="000000"/>
                    </a:solidFill>
                    <a:latin typeface="Oracle Sans"/>
                    <a:cs typeface="Oracle Sans"/>
                    <a:sym typeface="Oracle Sans"/>
                    <a:rtl val="0"/>
                  </a:rPr>
                  <a:t> </a:t>
                </a:r>
                <a:r>
                  <a:rPr lang="en-US" sz="800" b="1">
                    <a:solidFill>
                      <a:srgbClr val="000000"/>
                    </a:solidFill>
                    <a:latin typeface="Oracle Sans"/>
                    <a:cs typeface="Oracle Sans"/>
                    <a:sym typeface="Oracle Sans"/>
                    <a:rtl val="0"/>
                  </a:rPr>
                  <a:t> </a:t>
                </a:r>
                <a:r>
                  <a:rPr lang="en-US" sz="1000" b="1">
                    <a:solidFill>
                      <a:srgbClr val="000000"/>
                    </a:solidFill>
                    <a:latin typeface="Oracle Sans"/>
                    <a:cs typeface="Oracle Sans"/>
                    <a:sym typeface="Oracle Sans"/>
                    <a:rtl val="0"/>
                  </a:rPr>
                  <a:t>x.2</a:t>
                </a:r>
                <a:endParaRPr lang="en-US" sz="1000" b="1" spc="0" baseline="0">
                  <a:solidFill>
                    <a:srgbClr val="000000"/>
                  </a:solidFill>
                  <a:latin typeface="Oracle Sans"/>
                  <a:cs typeface="Oracle Sans"/>
                  <a:sym typeface="Oracle Sans"/>
                  <a:rtl val="0"/>
                </a:endParaRPr>
              </a:p>
              <a:p>
                <a:pPr algn="l"/>
                <a:endParaRPr lang="en-US" sz="808" spc="0" baseline="0">
                  <a:solidFill>
                    <a:srgbClr val="000000"/>
                  </a:solidFill>
                  <a:latin typeface="Oracle Sans"/>
                  <a:cs typeface="Oracle Sans"/>
                  <a:sym typeface="Oracle Sans"/>
                  <a:rtl val="0"/>
                </a:endParaRPr>
              </a:p>
            </p:txBody>
          </p:sp>
        </p:grpSp>
        <p:grpSp>
          <p:nvGrpSpPr>
            <p:cNvPr id="32" name="Graphic 2">
              <a:extLst>
                <a:ext uri="{FF2B5EF4-FFF2-40B4-BE49-F238E27FC236}">
                  <a16:creationId xmlns:a16="http://schemas.microsoft.com/office/drawing/2014/main" id="{DF24E427-0B28-AD21-A64C-376670A4CC90}"/>
                </a:ext>
              </a:extLst>
            </p:cNvPr>
            <p:cNvGrpSpPr/>
            <p:nvPr/>
          </p:nvGrpSpPr>
          <p:grpSpPr>
            <a:xfrm>
              <a:off x="3043874" y="4134846"/>
              <a:ext cx="513347" cy="865278"/>
              <a:chOff x="3581676" y="1582905"/>
              <a:chExt cx="513347" cy="865278"/>
            </a:xfrm>
          </p:grpSpPr>
          <p:grpSp>
            <p:nvGrpSpPr>
              <p:cNvPr id="33" name="Graphic 2">
                <a:extLst>
                  <a:ext uri="{FF2B5EF4-FFF2-40B4-BE49-F238E27FC236}">
                    <a16:creationId xmlns:a16="http://schemas.microsoft.com/office/drawing/2014/main" id="{8B6338A9-7676-9252-810F-BA2668CDCD04}"/>
                  </a:ext>
                </a:extLst>
              </p:cNvPr>
              <p:cNvGrpSpPr/>
              <p:nvPr/>
            </p:nvGrpSpPr>
            <p:grpSpPr>
              <a:xfrm>
                <a:off x="3581676" y="1582905"/>
                <a:ext cx="513347" cy="513347"/>
                <a:chOff x="3581676" y="1582905"/>
                <a:chExt cx="513347" cy="513347"/>
              </a:xfrm>
            </p:grpSpPr>
            <p:grpSp>
              <p:nvGrpSpPr>
                <p:cNvPr id="37" name="Graphic 2">
                  <a:extLst>
                    <a:ext uri="{FF2B5EF4-FFF2-40B4-BE49-F238E27FC236}">
                      <a16:creationId xmlns:a16="http://schemas.microsoft.com/office/drawing/2014/main" id="{12A74F66-00B7-06CB-EDAC-0F71A2E51202}"/>
                    </a:ext>
                  </a:extLst>
                </p:cNvPr>
                <p:cNvGrpSpPr/>
                <p:nvPr/>
              </p:nvGrpSpPr>
              <p:grpSpPr>
                <a:xfrm>
                  <a:off x="3581676" y="1582905"/>
                  <a:ext cx="513347" cy="513347"/>
                  <a:chOff x="3581676" y="1582905"/>
                  <a:chExt cx="513347" cy="513347"/>
                </a:xfrm>
                <a:solidFill>
                  <a:srgbClr val="FFFFFF"/>
                </a:solidFill>
              </p:grpSpPr>
              <p:sp>
                <p:nvSpPr>
                  <p:cNvPr id="48" name="Freeform: Shape 47">
                    <a:extLst>
                      <a:ext uri="{FF2B5EF4-FFF2-40B4-BE49-F238E27FC236}">
                        <a16:creationId xmlns:a16="http://schemas.microsoft.com/office/drawing/2014/main" id="{F32901B2-A52E-CC35-5CDC-3548B6F989D2}"/>
                      </a:ext>
                    </a:extLst>
                  </p:cNvPr>
                  <p:cNvSpPr/>
                  <p:nvPr/>
                </p:nvSpPr>
                <p:spPr>
                  <a:xfrm>
                    <a:off x="3587784" y="1589016"/>
                    <a:ext cx="501155" cy="502346"/>
                  </a:xfrm>
                  <a:custGeom>
                    <a:avLst/>
                    <a:gdLst>
                      <a:gd name="connsiteX0" fmla="*/ 26829 w 501155"/>
                      <a:gd name="connsiteY0" fmla="*/ 501127 h 502346"/>
                      <a:gd name="connsiteX1" fmla="*/ 0 w 501155"/>
                      <a:gd name="connsiteY1" fmla="*/ 474234 h 502346"/>
                      <a:gd name="connsiteX2" fmla="*/ 0 w 501155"/>
                      <a:gd name="connsiteY2" fmla="*/ 26890 h 502346"/>
                      <a:gd name="connsiteX3" fmla="*/ 26829 w 501155"/>
                      <a:gd name="connsiteY3" fmla="*/ 0 h 502346"/>
                      <a:gd name="connsiteX4" fmla="*/ 474333 w 501155"/>
                      <a:gd name="connsiteY4" fmla="*/ 0 h 502346"/>
                      <a:gd name="connsiteX5" fmla="*/ 501155 w 501155"/>
                      <a:gd name="connsiteY5" fmla="*/ 26890 h 502346"/>
                      <a:gd name="connsiteX6" fmla="*/ 501155 w 501155"/>
                      <a:gd name="connsiteY6" fmla="*/ 475460 h 502346"/>
                      <a:gd name="connsiteX7" fmla="*/ 474333 w 501155"/>
                      <a:gd name="connsiteY7" fmla="*/ 502346 h 502346"/>
                      <a:gd name="connsiteX8" fmla="*/ 26829 w 501155"/>
                      <a:gd name="connsiteY8" fmla="*/ 501127 h 50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155" h="502346">
                        <a:moveTo>
                          <a:pt x="26829" y="501127"/>
                        </a:moveTo>
                        <a:cubicBezTo>
                          <a:pt x="12198" y="501127"/>
                          <a:pt x="0" y="488903"/>
                          <a:pt x="0" y="474234"/>
                        </a:cubicBezTo>
                        <a:lnTo>
                          <a:pt x="0" y="26890"/>
                        </a:lnTo>
                        <a:cubicBezTo>
                          <a:pt x="0" y="12223"/>
                          <a:pt x="12198" y="0"/>
                          <a:pt x="26829" y="0"/>
                        </a:cubicBezTo>
                        <a:lnTo>
                          <a:pt x="474333" y="0"/>
                        </a:lnTo>
                        <a:cubicBezTo>
                          <a:pt x="488963" y="0"/>
                          <a:pt x="501155" y="12223"/>
                          <a:pt x="501155" y="26890"/>
                        </a:cubicBezTo>
                        <a:lnTo>
                          <a:pt x="501155" y="475460"/>
                        </a:lnTo>
                        <a:cubicBezTo>
                          <a:pt x="501155" y="490122"/>
                          <a:pt x="488963" y="502346"/>
                          <a:pt x="474333" y="502346"/>
                        </a:cubicBezTo>
                        <a:lnTo>
                          <a:pt x="26829" y="501127"/>
                        </a:lnTo>
                        <a:close/>
                      </a:path>
                    </a:pathLst>
                  </a:custGeom>
                  <a:solidFill>
                    <a:srgbClr val="FFFFFF"/>
                  </a:solidFill>
                  <a:ln w="6417"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807A92-96E5-5EEA-AA5C-FBF5C067D4F4}"/>
                      </a:ext>
                    </a:extLst>
                  </p:cNvPr>
                  <p:cNvSpPr/>
                  <p:nvPr/>
                </p:nvSpPr>
                <p:spPr>
                  <a:xfrm>
                    <a:off x="3581676" y="1582905"/>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9"/>
                          <a:pt x="14630" y="513347"/>
                          <a:pt x="32925" y="513347"/>
                        </a:cubicBezTo>
                        <a:lnTo>
                          <a:pt x="480422"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endParaRPr lang="en-US"/>
                  </a:p>
                </p:txBody>
              </p:sp>
            </p:grpSp>
            <p:grpSp>
              <p:nvGrpSpPr>
                <p:cNvPr id="38" name="Graphic 2">
                  <a:extLst>
                    <a:ext uri="{FF2B5EF4-FFF2-40B4-BE49-F238E27FC236}">
                      <a16:creationId xmlns:a16="http://schemas.microsoft.com/office/drawing/2014/main" id="{6797E254-E6BA-65DF-9E7C-E880D833B94B}"/>
                    </a:ext>
                  </a:extLst>
                </p:cNvPr>
                <p:cNvGrpSpPr/>
                <p:nvPr/>
              </p:nvGrpSpPr>
              <p:grpSpPr>
                <a:xfrm>
                  <a:off x="3593874" y="1595131"/>
                  <a:ext cx="488957" cy="488903"/>
                  <a:chOff x="3593874" y="1595131"/>
                  <a:chExt cx="488957" cy="488903"/>
                </a:xfrm>
                <a:solidFill>
                  <a:srgbClr val="2D5967"/>
                </a:solidFill>
              </p:grpSpPr>
              <p:sp>
                <p:nvSpPr>
                  <p:cNvPr id="39" name="Freeform: Shape 38">
                    <a:extLst>
                      <a:ext uri="{FF2B5EF4-FFF2-40B4-BE49-F238E27FC236}">
                        <a16:creationId xmlns:a16="http://schemas.microsoft.com/office/drawing/2014/main" id="{73925A88-3DBE-F048-C8E7-110A14EB9A26}"/>
                      </a:ext>
                    </a:extLst>
                  </p:cNvPr>
                  <p:cNvSpPr/>
                  <p:nvPr/>
                </p:nvSpPr>
                <p:spPr>
                  <a:xfrm>
                    <a:off x="3593874" y="1595131"/>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3E05E90E-A3D8-8F3B-F8A0-0396B29FA151}"/>
                      </a:ext>
                    </a:extLst>
                  </p:cNvPr>
                  <p:cNvSpPr/>
                  <p:nvPr/>
                </p:nvSpPr>
                <p:spPr>
                  <a:xfrm>
                    <a:off x="3662156" y="1906808"/>
                    <a:ext cx="354832" cy="108784"/>
                  </a:xfrm>
                  <a:custGeom>
                    <a:avLst/>
                    <a:gdLst>
                      <a:gd name="connsiteX0" fmla="*/ 0 w 354832"/>
                      <a:gd name="connsiteY0" fmla="*/ 108785 h 108784"/>
                      <a:gd name="connsiteX1" fmla="*/ 354832 w 354832"/>
                      <a:gd name="connsiteY1" fmla="*/ 108785 h 108784"/>
                      <a:gd name="connsiteX2" fmla="*/ 354832 w 354832"/>
                      <a:gd name="connsiteY2" fmla="*/ 0 h 108784"/>
                      <a:gd name="connsiteX3" fmla="*/ 0 w 354832"/>
                      <a:gd name="connsiteY3" fmla="*/ 0 h 108784"/>
                      <a:gd name="connsiteX4" fmla="*/ 0 w 354832"/>
                      <a:gd name="connsiteY4" fmla="*/ 108785 h 108784"/>
                      <a:gd name="connsiteX5" fmla="*/ 17069 w 354832"/>
                      <a:gd name="connsiteY5" fmla="*/ 18333 h 108784"/>
                      <a:gd name="connsiteX6" fmla="*/ 335318 w 354832"/>
                      <a:gd name="connsiteY6" fmla="*/ 18333 h 108784"/>
                      <a:gd name="connsiteX7" fmla="*/ 335318 w 354832"/>
                      <a:gd name="connsiteY7" fmla="*/ 91671 h 108784"/>
                      <a:gd name="connsiteX8" fmla="*/ 17069 w 354832"/>
                      <a:gd name="connsiteY8" fmla="*/ 91671 h 108784"/>
                      <a:gd name="connsiteX9" fmla="*/ 17069 w 354832"/>
                      <a:gd name="connsiteY9" fmla="*/ 18333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32" h="108784">
                        <a:moveTo>
                          <a:pt x="0" y="108785"/>
                        </a:moveTo>
                        <a:lnTo>
                          <a:pt x="354832" y="108785"/>
                        </a:lnTo>
                        <a:lnTo>
                          <a:pt x="354832" y="0"/>
                        </a:lnTo>
                        <a:lnTo>
                          <a:pt x="0" y="0"/>
                        </a:lnTo>
                        <a:lnTo>
                          <a:pt x="0" y="108785"/>
                        </a:lnTo>
                        <a:close/>
                        <a:moveTo>
                          <a:pt x="17069" y="18333"/>
                        </a:moveTo>
                        <a:lnTo>
                          <a:pt x="335318" y="18333"/>
                        </a:lnTo>
                        <a:lnTo>
                          <a:pt x="335318" y="91671"/>
                        </a:lnTo>
                        <a:lnTo>
                          <a:pt x="17069" y="91671"/>
                        </a:lnTo>
                        <a:lnTo>
                          <a:pt x="17069" y="18333"/>
                        </a:lnTo>
                        <a:close/>
                      </a:path>
                    </a:pathLst>
                  </a:custGeom>
                  <a:solidFill>
                    <a:srgbClr val="2D5967"/>
                  </a:solidFill>
                  <a:ln w="6417"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66EAF2E-83BA-8178-8B5D-37C875023A24}"/>
                      </a:ext>
                    </a:extLst>
                  </p:cNvPr>
                  <p:cNvSpPr/>
                  <p:nvPr/>
                </p:nvSpPr>
                <p:spPr>
                  <a:xfrm>
                    <a:off x="3943823" y="1948363"/>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35CB5A7-98A3-1A5C-46F3-A116342966A6}"/>
                      </a:ext>
                    </a:extLst>
                  </p:cNvPr>
                  <p:cNvSpPr/>
                  <p:nvPr/>
                </p:nvSpPr>
                <p:spPr>
                  <a:xfrm>
                    <a:off x="3662156" y="1663574"/>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C70743D-EEF2-7B74-C8DD-4118B3EE1F27}"/>
                      </a:ext>
                    </a:extLst>
                  </p:cNvPr>
                  <p:cNvSpPr/>
                  <p:nvPr/>
                </p:nvSpPr>
                <p:spPr>
                  <a:xfrm>
                    <a:off x="3782876" y="1663574"/>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A1598D6-C114-45CF-884B-22DDE10159E4}"/>
                      </a:ext>
                    </a:extLst>
                  </p:cNvPr>
                  <p:cNvSpPr/>
                  <p:nvPr/>
                </p:nvSpPr>
                <p:spPr>
                  <a:xfrm>
                    <a:off x="3662156" y="1785798"/>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27CDCAD-7947-8994-0BEA-8CF80BF24958}"/>
                      </a:ext>
                    </a:extLst>
                  </p:cNvPr>
                  <p:cNvSpPr/>
                  <p:nvPr/>
                </p:nvSpPr>
                <p:spPr>
                  <a:xfrm>
                    <a:off x="3782876" y="1785798"/>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008B9B65-3C63-C59B-AE04-7EC998887587}"/>
                      </a:ext>
                    </a:extLst>
                  </p:cNvPr>
                  <p:cNvSpPr/>
                  <p:nvPr/>
                </p:nvSpPr>
                <p:spPr>
                  <a:xfrm>
                    <a:off x="3904808" y="1663574"/>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1F3BE21-8EF0-CF29-6934-6D986CC1BD14}"/>
                      </a:ext>
                    </a:extLst>
                  </p:cNvPr>
                  <p:cNvSpPr/>
                  <p:nvPr/>
                </p:nvSpPr>
                <p:spPr>
                  <a:xfrm>
                    <a:off x="3904808" y="1785798"/>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grpSp>
          </p:grpSp>
          <p:sp>
            <p:nvSpPr>
              <p:cNvPr id="35" name="TextBox 34">
                <a:extLst>
                  <a:ext uri="{FF2B5EF4-FFF2-40B4-BE49-F238E27FC236}">
                    <a16:creationId xmlns:a16="http://schemas.microsoft.com/office/drawing/2014/main" id="{FB637722-73DB-7448-16A2-ACAD64F81C88}"/>
                  </a:ext>
                </a:extLst>
              </p:cNvPr>
              <p:cNvSpPr txBox="1"/>
              <p:nvPr/>
            </p:nvSpPr>
            <p:spPr>
              <a:xfrm>
                <a:off x="3592655" y="2055768"/>
                <a:ext cx="479618" cy="392415"/>
              </a:xfrm>
              <a:prstGeom prst="rect">
                <a:avLst/>
              </a:prstGeom>
              <a:noFill/>
            </p:spPr>
            <p:txBody>
              <a:bodyPr wrap="none" rtlCol="0">
                <a:spAutoFit/>
              </a:bodyPr>
              <a:lstStyle/>
              <a:p>
                <a:pPr algn="l"/>
                <a:r>
                  <a:rPr lang="en-US" sz="1050" b="1">
                    <a:solidFill>
                      <a:srgbClr val="000000"/>
                    </a:solidFill>
                    <a:latin typeface="Oracle Sans"/>
                    <a:cs typeface="Oracle Sans"/>
                    <a:sym typeface="Oracle Sans"/>
                    <a:rtl val="0"/>
                  </a:rPr>
                  <a:t>App4</a:t>
                </a:r>
                <a:endParaRPr lang="en-US" sz="1050" b="1" spc="0" baseline="0">
                  <a:solidFill>
                    <a:srgbClr val="000000"/>
                  </a:solidFill>
                  <a:latin typeface="Oracle Sans"/>
                  <a:cs typeface="Oracle Sans"/>
                  <a:sym typeface="Oracle Sans"/>
                  <a:rtl val="0"/>
                </a:endParaRPr>
              </a:p>
              <a:p>
                <a:pPr algn="l"/>
                <a:r>
                  <a:rPr lang="en-US" sz="900" b="1">
                    <a:solidFill>
                      <a:srgbClr val="000000"/>
                    </a:solidFill>
                    <a:latin typeface="Oracle Sans"/>
                    <a:cs typeface="Oracle Sans"/>
                    <a:sym typeface="Oracle Sans"/>
                    <a:rtl val="0"/>
                  </a:rPr>
                  <a:t>  x.3</a:t>
                </a:r>
                <a:endParaRPr lang="en-US" sz="900" b="1" spc="0" baseline="0">
                  <a:solidFill>
                    <a:srgbClr val="000000"/>
                  </a:solidFill>
                  <a:latin typeface="Oracle Sans"/>
                  <a:cs typeface="Oracle Sans"/>
                  <a:sym typeface="Oracle Sans"/>
                  <a:rtl val="0"/>
                </a:endParaRPr>
              </a:p>
            </p:txBody>
          </p:sp>
        </p:grpSp>
        <p:grpSp>
          <p:nvGrpSpPr>
            <p:cNvPr id="119" name="Group 118">
              <a:extLst>
                <a:ext uri="{FF2B5EF4-FFF2-40B4-BE49-F238E27FC236}">
                  <a16:creationId xmlns:a16="http://schemas.microsoft.com/office/drawing/2014/main" id="{E20323C1-D0A3-E072-F015-737226D046A3}"/>
                </a:ext>
              </a:extLst>
            </p:cNvPr>
            <p:cNvGrpSpPr/>
            <p:nvPr/>
          </p:nvGrpSpPr>
          <p:grpSpPr>
            <a:xfrm>
              <a:off x="3655520" y="3452250"/>
              <a:ext cx="396000" cy="432477"/>
              <a:chOff x="8440042" y="3848357"/>
              <a:chExt cx="396000" cy="418738"/>
            </a:xfrm>
          </p:grpSpPr>
          <p:sp>
            <p:nvSpPr>
              <p:cNvPr id="120" name="Rectangle 119">
                <a:extLst>
                  <a:ext uri="{FF2B5EF4-FFF2-40B4-BE49-F238E27FC236}">
                    <a16:creationId xmlns:a16="http://schemas.microsoft.com/office/drawing/2014/main" id="{7C75B061-7281-6B3A-4346-086475C09C25}"/>
                  </a:ext>
                </a:extLst>
              </p:cNvPr>
              <p:cNvSpPr/>
              <p:nvPr/>
            </p:nvSpPr>
            <p:spPr>
              <a:xfrm>
                <a:off x="8480139" y="4133212"/>
                <a:ext cx="222715" cy="133883"/>
              </a:xfrm>
              <a:prstGeom prst="rect">
                <a:avLst/>
              </a:prstGeom>
              <a:solidFill>
                <a:srgbClr val="FCFBFA"/>
              </a:solidFill>
              <a:effectLst>
                <a:softEdge rad="6350"/>
              </a:effectLst>
            </p:spPr>
            <p:txBody>
              <a:bodyPr wrap="square" lIns="0" tIns="18288" rIns="0" bIns="0">
                <a:spAutoFit/>
              </a:bodyPr>
              <a:lstStyle/>
              <a:p>
                <a:pPr algn="ctr">
                  <a:lnSpc>
                    <a:spcPts val="850"/>
                  </a:lnSpc>
                </a:pPr>
                <a:r>
                  <a:rPr lang="en-US" sz="800">
                    <a:solidFill>
                      <a:schemeClr val="tx2"/>
                    </a:solidFill>
                    <a:ea typeface="Open Sans" panose="020B0606030504020204" pitchFamily="34" charset="0"/>
                    <a:cs typeface="Open Sans" panose="020B0606030504020204" pitchFamily="34" charset="0"/>
                  </a:rPr>
                  <a:t>CPE</a:t>
                </a:r>
              </a:p>
            </p:txBody>
          </p:sp>
          <p:pic>
            <p:nvPicPr>
              <p:cNvPr id="121" name="Picture 120">
                <a:extLst>
                  <a:ext uri="{FF2B5EF4-FFF2-40B4-BE49-F238E27FC236}">
                    <a16:creationId xmlns:a16="http://schemas.microsoft.com/office/drawing/2014/main" id="{90B28256-AFA8-D31F-AA6B-E9447448DC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40042" y="3848357"/>
                <a:ext cx="396000" cy="396000"/>
              </a:xfrm>
              <a:prstGeom prst="rect">
                <a:avLst/>
              </a:prstGeom>
            </p:spPr>
          </p:pic>
        </p:grpSp>
        <p:sp>
          <p:nvSpPr>
            <p:cNvPr id="122" name="Rectangle 121">
              <a:extLst>
                <a:ext uri="{FF2B5EF4-FFF2-40B4-BE49-F238E27FC236}">
                  <a16:creationId xmlns:a16="http://schemas.microsoft.com/office/drawing/2014/main" id="{9EF835D7-4858-94B2-AA78-13C2E8F9E081}"/>
                </a:ext>
              </a:extLst>
            </p:cNvPr>
            <p:cNvSpPr/>
            <p:nvPr/>
          </p:nvSpPr>
          <p:spPr>
            <a:xfrm>
              <a:off x="3726200" y="3890694"/>
              <a:ext cx="345009" cy="169277"/>
            </a:xfrm>
            <a:prstGeom prst="rect">
              <a:avLst/>
            </a:prstGeom>
            <a:solidFill>
              <a:srgbClr val="FCFBFA"/>
            </a:solidFill>
          </p:spPr>
          <p:txBody>
            <a:bodyPr wrap="square" lIns="27432" tIns="0" rIns="27432" bIns="0">
              <a:spAutoFit/>
            </a:bodyPr>
            <a:lstStyle/>
            <a:p>
              <a:r>
                <a:rPr lang="en-US" sz="1100" b="1">
                  <a:solidFill>
                    <a:srgbClr val="312D2A"/>
                  </a:solidFill>
                  <a:ea typeface="Open Sans" panose="020B0606030504020204" pitchFamily="34" charset="0"/>
                  <a:cs typeface="Open Sans" panose="020B0606030504020204" pitchFamily="34" charset="0"/>
                </a:rPr>
                <a:t>CPE</a:t>
              </a:r>
            </a:p>
          </p:txBody>
        </p:sp>
        <p:grpSp>
          <p:nvGrpSpPr>
            <p:cNvPr id="123" name="Graphic 2">
              <a:extLst>
                <a:ext uri="{FF2B5EF4-FFF2-40B4-BE49-F238E27FC236}">
                  <a16:creationId xmlns:a16="http://schemas.microsoft.com/office/drawing/2014/main" id="{40B66D02-1050-83E2-E57A-A79CAAD5B584}"/>
                </a:ext>
              </a:extLst>
            </p:cNvPr>
            <p:cNvGrpSpPr/>
            <p:nvPr/>
          </p:nvGrpSpPr>
          <p:grpSpPr>
            <a:xfrm>
              <a:off x="3533505" y="2110329"/>
              <a:ext cx="558265" cy="756006"/>
              <a:chOff x="8782731" y="1582905"/>
              <a:chExt cx="558265" cy="756006"/>
            </a:xfrm>
          </p:grpSpPr>
          <p:grpSp>
            <p:nvGrpSpPr>
              <p:cNvPr id="124" name="Graphic 2">
                <a:extLst>
                  <a:ext uri="{FF2B5EF4-FFF2-40B4-BE49-F238E27FC236}">
                    <a16:creationId xmlns:a16="http://schemas.microsoft.com/office/drawing/2014/main" id="{95C02BB6-8598-64E6-53DC-4977A1DA05B9}"/>
                  </a:ext>
                </a:extLst>
              </p:cNvPr>
              <p:cNvGrpSpPr/>
              <p:nvPr/>
            </p:nvGrpSpPr>
            <p:grpSpPr>
              <a:xfrm>
                <a:off x="8914790" y="1582905"/>
                <a:ext cx="285742" cy="513347"/>
                <a:chOff x="8914790" y="1582905"/>
                <a:chExt cx="285742" cy="513347"/>
              </a:xfrm>
            </p:grpSpPr>
            <p:sp>
              <p:nvSpPr>
                <p:cNvPr id="128" name="Freeform: Shape 127">
                  <a:extLst>
                    <a:ext uri="{FF2B5EF4-FFF2-40B4-BE49-F238E27FC236}">
                      <a16:creationId xmlns:a16="http://schemas.microsoft.com/office/drawing/2014/main" id="{6FF51313-207B-1842-35E5-1BB47A0CB712}"/>
                    </a:ext>
                  </a:extLst>
                </p:cNvPr>
                <p:cNvSpPr/>
                <p:nvPr/>
              </p:nvSpPr>
              <p:spPr>
                <a:xfrm>
                  <a:off x="8920886" y="1589017"/>
                  <a:ext cx="273550" cy="501125"/>
                </a:xfrm>
                <a:custGeom>
                  <a:avLst/>
                  <a:gdLst>
                    <a:gd name="connsiteX0" fmla="*/ 248460 w 273550"/>
                    <a:gd name="connsiteY0" fmla="*/ 0 h 501125"/>
                    <a:gd name="connsiteX1" fmla="*/ 25026 w 273550"/>
                    <a:gd name="connsiteY1" fmla="*/ 0 h 501125"/>
                    <a:gd name="connsiteX2" fmla="*/ 0 w 273550"/>
                    <a:gd name="connsiteY2" fmla="*/ 25056 h 501125"/>
                    <a:gd name="connsiteX3" fmla="*/ 0 w 273550"/>
                    <a:gd name="connsiteY3" fmla="*/ 476068 h 501125"/>
                    <a:gd name="connsiteX4" fmla="*/ 25026 w 273550"/>
                    <a:gd name="connsiteY4" fmla="*/ 501126 h 501125"/>
                    <a:gd name="connsiteX5" fmla="*/ 248460 w 273550"/>
                    <a:gd name="connsiteY5" fmla="*/ 501126 h 501125"/>
                    <a:gd name="connsiteX6" fmla="*/ 273550 w 273550"/>
                    <a:gd name="connsiteY6" fmla="*/ 476068 h 501125"/>
                    <a:gd name="connsiteX7" fmla="*/ 273550 w 273550"/>
                    <a:gd name="connsiteY7" fmla="*/ 25056 h 501125"/>
                    <a:gd name="connsiteX8" fmla="*/ 248460 w 273550"/>
                    <a:gd name="connsiteY8" fmla="*/ 0 h 50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550" h="501125">
                      <a:moveTo>
                        <a:pt x="248460" y="0"/>
                      </a:moveTo>
                      <a:lnTo>
                        <a:pt x="25026" y="0"/>
                      </a:lnTo>
                      <a:cubicBezTo>
                        <a:pt x="11229" y="0"/>
                        <a:pt x="0" y="11219"/>
                        <a:pt x="0" y="25056"/>
                      </a:cubicBezTo>
                      <a:lnTo>
                        <a:pt x="0" y="476068"/>
                      </a:lnTo>
                      <a:cubicBezTo>
                        <a:pt x="0" y="489909"/>
                        <a:pt x="11229" y="501126"/>
                        <a:pt x="25026" y="501126"/>
                      </a:cubicBezTo>
                      <a:lnTo>
                        <a:pt x="248460" y="501126"/>
                      </a:lnTo>
                      <a:cubicBezTo>
                        <a:pt x="262321" y="501126"/>
                        <a:pt x="273550" y="489909"/>
                        <a:pt x="273550" y="476068"/>
                      </a:cubicBezTo>
                      <a:lnTo>
                        <a:pt x="273550" y="25056"/>
                      </a:lnTo>
                      <a:cubicBezTo>
                        <a:pt x="273550" y="11219"/>
                        <a:pt x="262321" y="0"/>
                        <a:pt x="248460" y="0"/>
                      </a:cubicBezTo>
                      <a:close/>
                    </a:path>
                  </a:pathLst>
                </a:custGeom>
                <a:solidFill>
                  <a:srgbClr val="FFFFFF"/>
                </a:solidFill>
                <a:ln w="6417"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5BF614A-B55F-E237-13A9-EAC351C7CCF9}"/>
                    </a:ext>
                  </a:extLst>
                </p:cNvPr>
                <p:cNvSpPr/>
                <p:nvPr/>
              </p:nvSpPr>
              <p:spPr>
                <a:xfrm>
                  <a:off x="8914790" y="1582905"/>
                  <a:ext cx="285742" cy="513347"/>
                </a:xfrm>
                <a:custGeom>
                  <a:avLst/>
                  <a:gdLst>
                    <a:gd name="connsiteX0" fmla="*/ 254556 w 285742"/>
                    <a:gd name="connsiteY0" fmla="*/ 12223 h 513347"/>
                    <a:gd name="connsiteX1" fmla="*/ 267967 w 285742"/>
                    <a:gd name="connsiteY1" fmla="*/ 17807 h 513347"/>
                    <a:gd name="connsiteX2" fmla="*/ 273550 w 285742"/>
                    <a:gd name="connsiteY2" fmla="*/ 31167 h 513347"/>
                    <a:gd name="connsiteX3" fmla="*/ 273550 w 285742"/>
                    <a:gd name="connsiteY3" fmla="*/ 482181 h 513347"/>
                    <a:gd name="connsiteX4" fmla="*/ 267967 w 285742"/>
                    <a:gd name="connsiteY4" fmla="*/ 495541 h 513347"/>
                    <a:gd name="connsiteX5" fmla="*/ 254556 w 285742"/>
                    <a:gd name="connsiteY5" fmla="*/ 501123 h 513347"/>
                    <a:gd name="connsiteX6" fmla="*/ 31122 w 285742"/>
                    <a:gd name="connsiteY6" fmla="*/ 501123 h 513347"/>
                    <a:gd name="connsiteX7" fmla="*/ 17775 w 285742"/>
                    <a:gd name="connsiteY7" fmla="*/ 495541 h 513347"/>
                    <a:gd name="connsiteX8" fmla="*/ 12192 w 285742"/>
                    <a:gd name="connsiteY8" fmla="*/ 482181 h 513347"/>
                    <a:gd name="connsiteX9" fmla="*/ 12192 w 285742"/>
                    <a:gd name="connsiteY9" fmla="*/ 31167 h 513347"/>
                    <a:gd name="connsiteX10" fmla="*/ 17775 w 285742"/>
                    <a:gd name="connsiteY10" fmla="*/ 17807 h 513347"/>
                    <a:gd name="connsiteX11" fmla="*/ 31122 w 285742"/>
                    <a:gd name="connsiteY11" fmla="*/ 12223 h 513347"/>
                    <a:gd name="connsiteX12" fmla="*/ 254556 w 285742"/>
                    <a:gd name="connsiteY12" fmla="*/ 12223 h 513347"/>
                    <a:gd name="connsiteX13" fmla="*/ 254556 w 285742"/>
                    <a:gd name="connsiteY13" fmla="*/ 0 h 513347"/>
                    <a:gd name="connsiteX14" fmla="*/ 31122 w 285742"/>
                    <a:gd name="connsiteY14" fmla="*/ 0 h 513347"/>
                    <a:gd name="connsiteX15" fmla="*/ 9111 w 285742"/>
                    <a:gd name="connsiteY15" fmla="*/ 9129 h 513347"/>
                    <a:gd name="connsiteX16" fmla="*/ 0 w 285742"/>
                    <a:gd name="connsiteY16" fmla="*/ 31167 h 513347"/>
                    <a:gd name="connsiteX17" fmla="*/ 0 w 285742"/>
                    <a:gd name="connsiteY17" fmla="*/ 482181 h 513347"/>
                    <a:gd name="connsiteX18" fmla="*/ 2374 w 285742"/>
                    <a:gd name="connsiteY18" fmla="*/ 494110 h 513347"/>
                    <a:gd name="connsiteX19" fmla="*/ 9111 w 285742"/>
                    <a:gd name="connsiteY19" fmla="*/ 504216 h 513347"/>
                    <a:gd name="connsiteX20" fmla="*/ 19251 w 285742"/>
                    <a:gd name="connsiteY20" fmla="*/ 510973 h 513347"/>
                    <a:gd name="connsiteX21" fmla="*/ 31122 w 285742"/>
                    <a:gd name="connsiteY21" fmla="*/ 513347 h 513347"/>
                    <a:gd name="connsiteX22" fmla="*/ 254556 w 285742"/>
                    <a:gd name="connsiteY22" fmla="*/ 513347 h 513347"/>
                    <a:gd name="connsiteX23" fmla="*/ 276630 w 285742"/>
                    <a:gd name="connsiteY23" fmla="*/ 504216 h 513347"/>
                    <a:gd name="connsiteX24" fmla="*/ 285742 w 285742"/>
                    <a:gd name="connsiteY24" fmla="*/ 482181 h 513347"/>
                    <a:gd name="connsiteX25" fmla="*/ 285742 w 285742"/>
                    <a:gd name="connsiteY25" fmla="*/ 31167 h 513347"/>
                    <a:gd name="connsiteX26" fmla="*/ 276630 w 285742"/>
                    <a:gd name="connsiteY26" fmla="*/ 9129 h 513347"/>
                    <a:gd name="connsiteX27" fmla="*/ 254556 w 285742"/>
                    <a:gd name="connsiteY27" fmla="*/ 0 h 513347"/>
                    <a:gd name="connsiteX28" fmla="*/ 254556 w 285742"/>
                    <a:gd name="connsiteY28"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42" h="513347">
                      <a:moveTo>
                        <a:pt x="254556" y="12223"/>
                      </a:moveTo>
                      <a:cubicBezTo>
                        <a:pt x="259625" y="12255"/>
                        <a:pt x="264374" y="14261"/>
                        <a:pt x="267967" y="17807"/>
                      </a:cubicBezTo>
                      <a:cubicBezTo>
                        <a:pt x="271496" y="21353"/>
                        <a:pt x="273486" y="26153"/>
                        <a:pt x="273550" y="31167"/>
                      </a:cubicBezTo>
                      <a:lnTo>
                        <a:pt x="273550" y="482181"/>
                      </a:lnTo>
                      <a:cubicBezTo>
                        <a:pt x="273486" y="487192"/>
                        <a:pt x="271496" y="491992"/>
                        <a:pt x="267967" y="495541"/>
                      </a:cubicBezTo>
                      <a:cubicBezTo>
                        <a:pt x="264374" y="499089"/>
                        <a:pt x="259625" y="501091"/>
                        <a:pt x="254556" y="501123"/>
                      </a:cubicBezTo>
                      <a:lnTo>
                        <a:pt x="31122" y="501123"/>
                      </a:lnTo>
                      <a:cubicBezTo>
                        <a:pt x="26116" y="501091"/>
                        <a:pt x="21368" y="499089"/>
                        <a:pt x="17775" y="495541"/>
                      </a:cubicBezTo>
                      <a:cubicBezTo>
                        <a:pt x="14245" y="491992"/>
                        <a:pt x="12256" y="487192"/>
                        <a:pt x="12192" y="482181"/>
                      </a:cubicBezTo>
                      <a:lnTo>
                        <a:pt x="12192" y="31167"/>
                      </a:lnTo>
                      <a:cubicBezTo>
                        <a:pt x="12256" y="26153"/>
                        <a:pt x="14245" y="21353"/>
                        <a:pt x="17775" y="17807"/>
                      </a:cubicBezTo>
                      <a:cubicBezTo>
                        <a:pt x="21368" y="14261"/>
                        <a:pt x="26116" y="12255"/>
                        <a:pt x="31122" y="12223"/>
                      </a:cubicBezTo>
                      <a:lnTo>
                        <a:pt x="254556" y="12223"/>
                      </a:lnTo>
                      <a:close/>
                      <a:moveTo>
                        <a:pt x="254556" y="0"/>
                      </a:moveTo>
                      <a:lnTo>
                        <a:pt x="31122" y="0"/>
                      </a:lnTo>
                      <a:cubicBezTo>
                        <a:pt x="22908" y="0"/>
                        <a:pt x="14951" y="3283"/>
                        <a:pt x="9111" y="9129"/>
                      </a:cubicBezTo>
                      <a:cubicBezTo>
                        <a:pt x="3273" y="14974"/>
                        <a:pt x="0" y="22901"/>
                        <a:pt x="0" y="31167"/>
                      </a:cubicBezTo>
                      <a:lnTo>
                        <a:pt x="0" y="482181"/>
                      </a:lnTo>
                      <a:cubicBezTo>
                        <a:pt x="0" y="486275"/>
                        <a:pt x="770" y="490324"/>
                        <a:pt x="2374" y="494110"/>
                      </a:cubicBezTo>
                      <a:cubicBezTo>
                        <a:pt x="3914" y="497889"/>
                        <a:pt x="6224" y="501322"/>
                        <a:pt x="9111" y="504216"/>
                      </a:cubicBezTo>
                      <a:cubicBezTo>
                        <a:pt x="11999" y="507110"/>
                        <a:pt x="15464" y="509407"/>
                        <a:pt x="19251" y="510973"/>
                      </a:cubicBezTo>
                      <a:cubicBezTo>
                        <a:pt x="23036" y="512539"/>
                        <a:pt x="27079" y="513347"/>
                        <a:pt x="31122" y="513347"/>
                      </a:cubicBezTo>
                      <a:lnTo>
                        <a:pt x="254556" y="513347"/>
                      </a:lnTo>
                      <a:cubicBezTo>
                        <a:pt x="262834" y="513347"/>
                        <a:pt x="270790" y="510062"/>
                        <a:pt x="276630" y="504216"/>
                      </a:cubicBezTo>
                      <a:cubicBezTo>
                        <a:pt x="282470" y="498370"/>
                        <a:pt x="285742" y="490446"/>
                        <a:pt x="285742" y="482181"/>
                      </a:cubicBezTo>
                      <a:lnTo>
                        <a:pt x="285742" y="31167"/>
                      </a:lnTo>
                      <a:cubicBezTo>
                        <a:pt x="285742" y="22901"/>
                        <a:pt x="282470" y="14974"/>
                        <a:pt x="276630" y="9129"/>
                      </a:cubicBezTo>
                      <a:cubicBezTo>
                        <a:pt x="270790" y="3283"/>
                        <a:pt x="262834" y="0"/>
                        <a:pt x="254556" y="0"/>
                      </a:cubicBezTo>
                      <a:lnTo>
                        <a:pt x="254556" y="0"/>
                      </a:lnTo>
                      <a:close/>
                    </a:path>
                  </a:pathLst>
                </a:custGeom>
                <a:solidFill>
                  <a:srgbClr val="FFFFFF"/>
                </a:solidFill>
                <a:ln w="6417"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7CF0BD61-F45A-6F99-6FC7-0C71021623A5}"/>
                    </a:ext>
                  </a:extLst>
                </p:cNvPr>
                <p:cNvSpPr/>
                <p:nvPr/>
              </p:nvSpPr>
              <p:spPr>
                <a:xfrm>
                  <a:off x="8926982" y="1595131"/>
                  <a:ext cx="261357" cy="488903"/>
                </a:xfrm>
                <a:custGeom>
                  <a:avLst/>
                  <a:gdLst>
                    <a:gd name="connsiteX0" fmla="*/ 242363 w 261357"/>
                    <a:gd name="connsiteY0" fmla="*/ 0 h 488903"/>
                    <a:gd name="connsiteX1" fmla="*/ 18994 w 261357"/>
                    <a:gd name="connsiteY1" fmla="*/ 0 h 488903"/>
                    <a:gd name="connsiteX2" fmla="*/ 5583 w 261357"/>
                    <a:gd name="connsiteY2" fmla="*/ 5584 h 488903"/>
                    <a:gd name="connsiteX3" fmla="*/ 0 w 261357"/>
                    <a:gd name="connsiteY3" fmla="*/ 18945 h 488903"/>
                    <a:gd name="connsiteX4" fmla="*/ 0 w 261357"/>
                    <a:gd name="connsiteY4" fmla="*/ 469955 h 488903"/>
                    <a:gd name="connsiteX5" fmla="*/ 5583 w 261357"/>
                    <a:gd name="connsiteY5" fmla="*/ 483315 h 488903"/>
                    <a:gd name="connsiteX6" fmla="*/ 18994 w 261357"/>
                    <a:gd name="connsiteY6" fmla="*/ 488904 h 488903"/>
                    <a:gd name="connsiteX7" fmla="*/ 242363 w 261357"/>
                    <a:gd name="connsiteY7" fmla="*/ 488904 h 488903"/>
                    <a:gd name="connsiteX8" fmla="*/ 255775 w 261357"/>
                    <a:gd name="connsiteY8" fmla="*/ 483315 h 488903"/>
                    <a:gd name="connsiteX9" fmla="*/ 261358 w 261357"/>
                    <a:gd name="connsiteY9" fmla="*/ 469955 h 488903"/>
                    <a:gd name="connsiteX10" fmla="*/ 261358 w 261357"/>
                    <a:gd name="connsiteY10" fmla="*/ 18945 h 488903"/>
                    <a:gd name="connsiteX11" fmla="*/ 255775 w 261357"/>
                    <a:gd name="connsiteY11" fmla="*/ 5584 h 488903"/>
                    <a:gd name="connsiteX12" fmla="*/ 242363 w 261357"/>
                    <a:gd name="connsiteY12" fmla="*/ 0 h 488903"/>
                    <a:gd name="connsiteX13" fmla="*/ 244482 w 261357"/>
                    <a:gd name="connsiteY13" fmla="*/ 469955 h 488903"/>
                    <a:gd name="connsiteX14" fmla="*/ 243840 w 261357"/>
                    <a:gd name="connsiteY14" fmla="*/ 471392 h 488903"/>
                    <a:gd name="connsiteX15" fmla="*/ 242363 w 261357"/>
                    <a:gd name="connsiteY15" fmla="*/ 472034 h 488903"/>
                    <a:gd name="connsiteX16" fmla="*/ 18994 w 261357"/>
                    <a:gd name="connsiteY16" fmla="*/ 472034 h 488903"/>
                    <a:gd name="connsiteX17" fmla="*/ 17518 w 261357"/>
                    <a:gd name="connsiteY17" fmla="*/ 471392 h 488903"/>
                    <a:gd name="connsiteX18" fmla="*/ 16876 w 261357"/>
                    <a:gd name="connsiteY18" fmla="*/ 469955 h 488903"/>
                    <a:gd name="connsiteX19" fmla="*/ 16876 w 261357"/>
                    <a:gd name="connsiteY19" fmla="*/ 18945 h 488903"/>
                    <a:gd name="connsiteX20" fmla="*/ 17518 w 261357"/>
                    <a:gd name="connsiteY20" fmla="*/ 17508 h 488903"/>
                    <a:gd name="connsiteX21" fmla="*/ 18994 w 261357"/>
                    <a:gd name="connsiteY21" fmla="*/ 16867 h 488903"/>
                    <a:gd name="connsiteX22" fmla="*/ 242363 w 261357"/>
                    <a:gd name="connsiteY22" fmla="*/ 16867 h 488903"/>
                    <a:gd name="connsiteX23" fmla="*/ 243840 w 261357"/>
                    <a:gd name="connsiteY23" fmla="*/ 17508 h 488903"/>
                    <a:gd name="connsiteX24" fmla="*/ 244482 w 261357"/>
                    <a:gd name="connsiteY24" fmla="*/ 18945 h 488903"/>
                    <a:gd name="connsiteX25" fmla="*/ 244482 w 261357"/>
                    <a:gd name="connsiteY25" fmla="*/ 469955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1357" h="488903">
                      <a:moveTo>
                        <a:pt x="242363" y="0"/>
                      </a:moveTo>
                      <a:lnTo>
                        <a:pt x="18994" y="0"/>
                      </a:lnTo>
                      <a:cubicBezTo>
                        <a:pt x="13924" y="32"/>
                        <a:pt x="9176" y="2038"/>
                        <a:pt x="5583" y="5584"/>
                      </a:cubicBezTo>
                      <a:cubicBezTo>
                        <a:pt x="2053" y="9130"/>
                        <a:pt x="63" y="13930"/>
                        <a:pt x="0" y="18945"/>
                      </a:cubicBezTo>
                      <a:lnTo>
                        <a:pt x="0" y="469955"/>
                      </a:lnTo>
                      <a:cubicBezTo>
                        <a:pt x="63" y="474973"/>
                        <a:pt x="2053" y="479772"/>
                        <a:pt x="5583" y="483315"/>
                      </a:cubicBezTo>
                      <a:cubicBezTo>
                        <a:pt x="9176" y="486863"/>
                        <a:pt x="13924" y="488872"/>
                        <a:pt x="18994" y="488904"/>
                      </a:cubicBezTo>
                      <a:lnTo>
                        <a:pt x="242363" y="488904"/>
                      </a:lnTo>
                      <a:cubicBezTo>
                        <a:pt x="247433" y="488872"/>
                        <a:pt x="252181" y="486863"/>
                        <a:pt x="255775" y="483315"/>
                      </a:cubicBezTo>
                      <a:cubicBezTo>
                        <a:pt x="259304" y="479772"/>
                        <a:pt x="261294" y="474973"/>
                        <a:pt x="261358" y="469955"/>
                      </a:cubicBezTo>
                      <a:lnTo>
                        <a:pt x="261358" y="18945"/>
                      </a:lnTo>
                      <a:cubicBezTo>
                        <a:pt x="261294" y="13930"/>
                        <a:pt x="259304" y="9130"/>
                        <a:pt x="255775" y="5584"/>
                      </a:cubicBezTo>
                      <a:cubicBezTo>
                        <a:pt x="252181" y="2038"/>
                        <a:pt x="247433" y="32"/>
                        <a:pt x="242363" y="0"/>
                      </a:cubicBezTo>
                      <a:close/>
                      <a:moveTo>
                        <a:pt x="244482" y="469955"/>
                      </a:moveTo>
                      <a:cubicBezTo>
                        <a:pt x="244417" y="470500"/>
                        <a:pt x="244225" y="471007"/>
                        <a:pt x="243840" y="471392"/>
                      </a:cubicBezTo>
                      <a:cubicBezTo>
                        <a:pt x="243455" y="471777"/>
                        <a:pt x="242942" y="472008"/>
                        <a:pt x="242363" y="472034"/>
                      </a:cubicBezTo>
                      <a:lnTo>
                        <a:pt x="18994" y="472034"/>
                      </a:lnTo>
                      <a:cubicBezTo>
                        <a:pt x="18416" y="472008"/>
                        <a:pt x="17902" y="471777"/>
                        <a:pt x="17518" y="471392"/>
                      </a:cubicBezTo>
                      <a:cubicBezTo>
                        <a:pt x="17132" y="471007"/>
                        <a:pt x="16940" y="470500"/>
                        <a:pt x="16876" y="469955"/>
                      </a:cubicBezTo>
                      <a:lnTo>
                        <a:pt x="16876" y="18945"/>
                      </a:lnTo>
                      <a:cubicBezTo>
                        <a:pt x="16940" y="18403"/>
                        <a:pt x="17132" y="17891"/>
                        <a:pt x="17518" y="17508"/>
                      </a:cubicBezTo>
                      <a:cubicBezTo>
                        <a:pt x="17902" y="17125"/>
                        <a:pt x="18416" y="16896"/>
                        <a:pt x="18994" y="16867"/>
                      </a:cubicBezTo>
                      <a:lnTo>
                        <a:pt x="242363" y="16867"/>
                      </a:lnTo>
                      <a:cubicBezTo>
                        <a:pt x="242942" y="16896"/>
                        <a:pt x="243455" y="17125"/>
                        <a:pt x="243840" y="17508"/>
                      </a:cubicBezTo>
                      <a:cubicBezTo>
                        <a:pt x="244225" y="17891"/>
                        <a:pt x="244417" y="18403"/>
                        <a:pt x="244482" y="18945"/>
                      </a:cubicBezTo>
                      <a:lnTo>
                        <a:pt x="244482" y="469955"/>
                      </a:lnTo>
                      <a:close/>
                    </a:path>
                  </a:pathLst>
                </a:custGeom>
                <a:solidFill>
                  <a:srgbClr val="2D5967"/>
                </a:solidFill>
                <a:ln w="6417"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DD0D3B3-D3CC-1F8A-38DD-4D5A4F0B00DF}"/>
                    </a:ext>
                  </a:extLst>
                </p:cNvPr>
                <p:cNvSpPr/>
                <p:nvPr/>
              </p:nvSpPr>
              <p:spPr>
                <a:xfrm>
                  <a:off x="8956435" y="1624583"/>
                  <a:ext cx="202772" cy="75902"/>
                </a:xfrm>
                <a:custGeom>
                  <a:avLst/>
                  <a:gdLst>
                    <a:gd name="connsiteX0" fmla="*/ 0 w 202772"/>
                    <a:gd name="connsiteY0" fmla="*/ 75902 h 75902"/>
                    <a:gd name="connsiteX1" fmla="*/ 202772 w 202772"/>
                    <a:gd name="connsiteY1" fmla="*/ 75902 h 75902"/>
                    <a:gd name="connsiteX2" fmla="*/ 202772 w 202772"/>
                    <a:gd name="connsiteY2" fmla="*/ 0 h 75902"/>
                    <a:gd name="connsiteX3" fmla="*/ 0 w 202772"/>
                    <a:gd name="connsiteY3" fmla="*/ 0 h 75902"/>
                    <a:gd name="connsiteX4" fmla="*/ 0 w 202772"/>
                    <a:gd name="connsiteY4" fmla="*/ 75902 h 75902"/>
                    <a:gd name="connsiteX5" fmla="*/ 16876 w 202772"/>
                    <a:gd name="connsiteY5" fmla="*/ 16867 h 75902"/>
                    <a:gd name="connsiteX6" fmla="*/ 185575 w 202772"/>
                    <a:gd name="connsiteY6" fmla="*/ 16867 h 75902"/>
                    <a:gd name="connsiteX7" fmla="*/ 185575 w 202772"/>
                    <a:gd name="connsiteY7" fmla="*/ 59035 h 75902"/>
                    <a:gd name="connsiteX8" fmla="*/ 16876 w 202772"/>
                    <a:gd name="connsiteY8" fmla="*/ 59035 h 75902"/>
                    <a:gd name="connsiteX9" fmla="*/ 16876 w 202772"/>
                    <a:gd name="connsiteY9" fmla="*/ 16867 h 7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72" h="75902">
                      <a:moveTo>
                        <a:pt x="0" y="75902"/>
                      </a:moveTo>
                      <a:lnTo>
                        <a:pt x="202772" y="75902"/>
                      </a:lnTo>
                      <a:lnTo>
                        <a:pt x="202772" y="0"/>
                      </a:lnTo>
                      <a:lnTo>
                        <a:pt x="0" y="0"/>
                      </a:lnTo>
                      <a:lnTo>
                        <a:pt x="0" y="75902"/>
                      </a:lnTo>
                      <a:close/>
                      <a:moveTo>
                        <a:pt x="16876" y="16867"/>
                      </a:moveTo>
                      <a:lnTo>
                        <a:pt x="185575" y="16867"/>
                      </a:lnTo>
                      <a:lnTo>
                        <a:pt x="185575" y="59035"/>
                      </a:lnTo>
                      <a:lnTo>
                        <a:pt x="16876" y="59035"/>
                      </a:lnTo>
                      <a:lnTo>
                        <a:pt x="16876" y="16867"/>
                      </a:lnTo>
                      <a:close/>
                    </a:path>
                  </a:pathLst>
                </a:custGeom>
                <a:solidFill>
                  <a:srgbClr val="2D5967"/>
                </a:solidFill>
                <a:ln w="6417"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157932DA-2E5D-67B0-42F9-306B44A6524D}"/>
                    </a:ext>
                  </a:extLst>
                </p:cNvPr>
                <p:cNvSpPr/>
                <p:nvPr/>
              </p:nvSpPr>
              <p:spPr>
                <a:xfrm>
                  <a:off x="9112428" y="1654160"/>
                  <a:ext cx="16812" cy="16867"/>
                </a:xfrm>
                <a:custGeom>
                  <a:avLst/>
                  <a:gdLst>
                    <a:gd name="connsiteX0" fmla="*/ 8406 w 16812"/>
                    <a:gd name="connsiteY0" fmla="*/ 16867 h 16867"/>
                    <a:gd name="connsiteX1" fmla="*/ 16812 w 16812"/>
                    <a:gd name="connsiteY1" fmla="*/ 8434 h 16867"/>
                    <a:gd name="connsiteX2" fmla="*/ 8406 w 16812"/>
                    <a:gd name="connsiteY2" fmla="*/ 0 h 16867"/>
                    <a:gd name="connsiteX3" fmla="*/ 0 w 16812"/>
                    <a:gd name="connsiteY3" fmla="*/ 8434 h 16867"/>
                    <a:gd name="connsiteX4" fmla="*/ 8406 w 16812"/>
                    <a:gd name="connsiteY4" fmla="*/ 16867 h 16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 h="16867">
                      <a:moveTo>
                        <a:pt x="8406" y="16867"/>
                      </a:moveTo>
                      <a:cubicBezTo>
                        <a:pt x="13091" y="16867"/>
                        <a:pt x="16812" y="13091"/>
                        <a:pt x="16812" y="8434"/>
                      </a:cubicBezTo>
                      <a:cubicBezTo>
                        <a:pt x="16812" y="3776"/>
                        <a:pt x="13091" y="0"/>
                        <a:pt x="8406" y="0"/>
                      </a:cubicBezTo>
                      <a:cubicBezTo>
                        <a:pt x="3722" y="0"/>
                        <a:pt x="0" y="3776"/>
                        <a:pt x="0" y="8434"/>
                      </a:cubicBezTo>
                      <a:cubicBezTo>
                        <a:pt x="0" y="13091"/>
                        <a:pt x="3722" y="16867"/>
                        <a:pt x="8406" y="16867"/>
                      </a:cubicBezTo>
                      <a:close/>
                    </a:path>
                  </a:pathLst>
                </a:custGeom>
                <a:solidFill>
                  <a:srgbClr val="2D5967"/>
                </a:solidFill>
                <a:ln w="6417"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51DD5FF-EC36-27F1-E53D-750C42E8D471}"/>
                    </a:ext>
                  </a:extLst>
                </p:cNvPr>
                <p:cNvSpPr/>
                <p:nvPr/>
              </p:nvSpPr>
              <p:spPr>
                <a:xfrm>
                  <a:off x="8956435" y="1713190"/>
                  <a:ext cx="202772" cy="75779"/>
                </a:xfrm>
                <a:custGeom>
                  <a:avLst/>
                  <a:gdLst>
                    <a:gd name="connsiteX0" fmla="*/ 0 w 202772"/>
                    <a:gd name="connsiteY0" fmla="*/ 75780 h 75779"/>
                    <a:gd name="connsiteX1" fmla="*/ 202772 w 202772"/>
                    <a:gd name="connsiteY1" fmla="*/ 75780 h 75779"/>
                    <a:gd name="connsiteX2" fmla="*/ 202772 w 202772"/>
                    <a:gd name="connsiteY2" fmla="*/ 0 h 75779"/>
                    <a:gd name="connsiteX3" fmla="*/ 0 w 202772"/>
                    <a:gd name="connsiteY3" fmla="*/ 0 h 75779"/>
                    <a:gd name="connsiteX4" fmla="*/ 0 w 202772"/>
                    <a:gd name="connsiteY4" fmla="*/ 75780 h 75779"/>
                    <a:gd name="connsiteX5" fmla="*/ 16876 w 202772"/>
                    <a:gd name="connsiteY5" fmla="*/ 16378 h 75779"/>
                    <a:gd name="connsiteX6" fmla="*/ 185575 w 202772"/>
                    <a:gd name="connsiteY6" fmla="*/ 16378 h 75779"/>
                    <a:gd name="connsiteX7" fmla="*/ 185575 w 202772"/>
                    <a:gd name="connsiteY7" fmla="*/ 58546 h 75779"/>
                    <a:gd name="connsiteX8" fmla="*/ 16876 w 202772"/>
                    <a:gd name="connsiteY8" fmla="*/ 58546 h 75779"/>
                    <a:gd name="connsiteX9" fmla="*/ 16876 w 202772"/>
                    <a:gd name="connsiteY9" fmla="*/ 16378 h 75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72" h="75779">
                      <a:moveTo>
                        <a:pt x="0" y="75780"/>
                      </a:moveTo>
                      <a:lnTo>
                        <a:pt x="202772" y="75780"/>
                      </a:lnTo>
                      <a:lnTo>
                        <a:pt x="202772" y="0"/>
                      </a:lnTo>
                      <a:lnTo>
                        <a:pt x="0" y="0"/>
                      </a:lnTo>
                      <a:lnTo>
                        <a:pt x="0" y="75780"/>
                      </a:lnTo>
                      <a:close/>
                      <a:moveTo>
                        <a:pt x="16876" y="16378"/>
                      </a:moveTo>
                      <a:lnTo>
                        <a:pt x="185575" y="16378"/>
                      </a:lnTo>
                      <a:lnTo>
                        <a:pt x="185575" y="58546"/>
                      </a:lnTo>
                      <a:lnTo>
                        <a:pt x="16876" y="58546"/>
                      </a:lnTo>
                      <a:lnTo>
                        <a:pt x="16876" y="16378"/>
                      </a:lnTo>
                      <a:close/>
                    </a:path>
                  </a:pathLst>
                </a:custGeom>
                <a:solidFill>
                  <a:srgbClr val="2D5967"/>
                </a:solidFill>
                <a:ln w="6417"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2A9D533-D777-EEDA-EDFE-980CFDFCA95D}"/>
                    </a:ext>
                  </a:extLst>
                </p:cNvPr>
                <p:cNvSpPr/>
                <p:nvPr/>
              </p:nvSpPr>
              <p:spPr>
                <a:xfrm>
                  <a:off x="9112428" y="1742657"/>
                  <a:ext cx="16812" cy="16866"/>
                </a:xfrm>
                <a:custGeom>
                  <a:avLst/>
                  <a:gdLst>
                    <a:gd name="connsiteX0" fmla="*/ 8406 w 16812"/>
                    <a:gd name="connsiteY0" fmla="*/ 16867 h 16866"/>
                    <a:gd name="connsiteX1" fmla="*/ 16812 w 16812"/>
                    <a:gd name="connsiteY1" fmla="*/ 8433 h 16866"/>
                    <a:gd name="connsiteX2" fmla="*/ 8406 w 16812"/>
                    <a:gd name="connsiteY2" fmla="*/ 0 h 16866"/>
                    <a:gd name="connsiteX3" fmla="*/ 0 w 16812"/>
                    <a:gd name="connsiteY3" fmla="*/ 8433 h 16866"/>
                    <a:gd name="connsiteX4" fmla="*/ 8406 w 16812"/>
                    <a:gd name="connsiteY4" fmla="*/ 16867 h 16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 h="16866">
                      <a:moveTo>
                        <a:pt x="8406" y="16867"/>
                      </a:moveTo>
                      <a:cubicBezTo>
                        <a:pt x="13091" y="16867"/>
                        <a:pt x="16812" y="13091"/>
                        <a:pt x="16812" y="8433"/>
                      </a:cubicBezTo>
                      <a:cubicBezTo>
                        <a:pt x="16812" y="3776"/>
                        <a:pt x="13091" y="0"/>
                        <a:pt x="8406" y="0"/>
                      </a:cubicBezTo>
                      <a:cubicBezTo>
                        <a:pt x="3722" y="0"/>
                        <a:pt x="0" y="3776"/>
                        <a:pt x="0" y="8433"/>
                      </a:cubicBezTo>
                      <a:cubicBezTo>
                        <a:pt x="0" y="13091"/>
                        <a:pt x="3722" y="16867"/>
                        <a:pt x="8406" y="16867"/>
                      </a:cubicBezTo>
                      <a:close/>
                    </a:path>
                  </a:pathLst>
                </a:custGeom>
                <a:solidFill>
                  <a:srgbClr val="2D5967"/>
                </a:solidFill>
                <a:ln w="6417"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30D8B052-16DB-2E62-F086-657D984D0B96}"/>
                    </a:ext>
                  </a:extLst>
                </p:cNvPr>
                <p:cNvSpPr/>
                <p:nvPr/>
              </p:nvSpPr>
              <p:spPr>
                <a:xfrm>
                  <a:off x="8956435" y="1801687"/>
                  <a:ext cx="202772" cy="75779"/>
                </a:xfrm>
                <a:custGeom>
                  <a:avLst/>
                  <a:gdLst>
                    <a:gd name="connsiteX0" fmla="*/ 0 w 202772"/>
                    <a:gd name="connsiteY0" fmla="*/ 75780 h 75779"/>
                    <a:gd name="connsiteX1" fmla="*/ 202772 w 202772"/>
                    <a:gd name="connsiteY1" fmla="*/ 75780 h 75779"/>
                    <a:gd name="connsiteX2" fmla="*/ 202772 w 202772"/>
                    <a:gd name="connsiteY2" fmla="*/ 0 h 75779"/>
                    <a:gd name="connsiteX3" fmla="*/ 0 w 202772"/>
                    <a:gd name="connsiteY3" fmla="*/ 0 h 75779"/>
                    <a:gd name="connsiteX4" fmla="*/ 0 w 202772"/>
                    <a:gd name="connsiteY4" fmla="*/ 75780 h 75779"/>
                    <a:gd name="connsiteX5" fmla="*/ 16876 w 202772"/>
                    <a:gd name="connsiteY5" fmla="*/ 16867 h 75779"/>
                    <a:gd name="connsiteX6" fmla="*/ 185575 w 202772"/>
                    <a:gd name="connsiteY6" fmla="*/ 16867 h 75779"/>
                    <a:gd name="connsiteX7" fmla="*/ 185575 w 202772"/>
                    <a:gd name="connsiteY7" fmla="*/ 58912 h 75779"/>
                    <a:gd name="connsiteX8" fmla="*/ 16876 w 202772"/>
                    <a:gd name="connsiteY8" fmla="*/ 58912 h 75779"/>
                    <a:gd name="connsiteX9" fmla="*/ 16876 w 202772"/>
                    <a:gd name="connsiteY9" fmla="*/ 16867 h 75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72" h="75779">
                      <a:moveTo>
                        <a:pt x="0" y="75780"/>
                      </a:moveTo>
                      <a:lnTo>
                        <a:pt x="202772" y="75780"/>
                      </a:lnTo>
                      <a:lnTo>
                        <a:pt x="202772" y="0"/>
                      </a:lnTo>
                      <a:lnTo>
                        <a:pt x="0" y="0"/>
                      </a:lnTo>
                      <a:lnTo>
                        <a:pt x="0" y="75780"/>
                      </a:lnTo>
                      <a:close/>
                      <a:moveTo>
                        <a:pt x="16876" y="16867"/>
                      </a:moveTo>
                      <a:lnTo>
                        <a:pt x="185575" y="16867"/>
                      </a:lnTo>
                      <a:lnTo>
                        <a:pt x="185575" y="58912"/>
                      </a:lnTo>
                      <a:lnTo>
                        <a:pt x="16876" y="58912"/>
                      </a:lnTo>
                      <a:lnTo>
                        <a:pt x="16876" y="16867"/>
                      </a:lnTo>
                      <a:close/>
                    </a:path>
                  </a:pathLst>
                </a:custGeom>
                <a:solidFill>
                  <a:srgbClr val="2D5967"/>
                </a:solidFill>
                <a:ln w="6417"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986BF7B9-74B4-CFA7-9509-7803E4C80772}"/>
                    </a:ext>
                  </a:extLst>
                </p:cNvPr>
                <p:cNvSpPr/>
                <p:nvPr/>
              </p:nvSpPr>
              <p:spPr>
                <a:xfrm>
                  <a:off x="9112428" y="1831139"/>
                  <a:ext cx="16812" cy="16867"/>
                </a:xfrm>
                <a:custGeom>
                  <a:avLst/>
                  <a:gdLst>
                    <a:gd name="connsiteX0" fmla="*/ 8406 w 16812"/>
                    <a:gd name="connsiteY0" fmla="*/ 16867 h 16867"/>
                    <a:gd name="connsiteX1" fmla="*/ 16812 w 16812"/>
                    <a:gd name="connsiteY1" fmla="*/ 8434 h 16867"/>
                    <a:gd name="connsiteX2" fmla="*/ 8406 w 16812"/>
                    <a:gd name="connsiteY2" fmla="*/ 0 h 16867"/>
                    <a:gd name="connsiteX3" fmla="*/ 0 w 16812"/>
                    <a:gd name="connsiteY3" fmla="*/ 8434 h 16867"/>
                    <a:gd name="connsiteX4" fmla="*/ 8406 w 16812"/>
                    <a:gd name="connsiteY4" fmla="*/ 16867 h 16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 h="16867">
                      <a:moveTo>
                        <a:pt x="8406" y="16867"/>
                      </a:moveTo>
                      <a:cubicBezTo>
                        <a:pt x="13091" y="16867"/>
                        <a:pt x="16812" y="13092"/>
                        <a:pt x="16812" y="8434"/>
                      </a:cubicBezTo>
                      <a:cubicBezTo>
                        <a:pt x="16812" y="3776"/>
                        <a:pt x="13091" y="0"/>
                        <a:pt x="8406" y="0"/>
                      </a:cubicBezTo>
                      <a:cubicBezTo>
                        <a:pt x="3722" y="0"/>
                        <a:pt x="0" y="3776"/>
                        <a:pt x="0" y="8434"/>
                      </a:cubicBezTo>
                      <a:cubicBezTo>
                        <a:pt x="0" y="13092"/>
                        <a:pt x="3722" y="16867"/>
                        <a:pt x="8406" y="16867"/>
                      </a:cubicBezTo>
                      <a:close/>
                    </a:path>
                  </a:pathLst>
                </a:custGeom>
                <a:solidFill>
                  <a:srgbClr val="2D5967"/>
                </a:solidFill>
                <a:ln w="6417"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7D37C4BB-2F50-1EDC-E7D6-3A658B6207C9}"/>
                    </a:ext>
                  </a:extLst>
                </p:cNvPr>
                <p:cNvSpPr/>
                <p:nvPr/>
              </p:nvSpPr>
              <p:spPr>
                <a:xfrm>
                  <a:off x="8956435" y="1890183"/>
                  <a:ext cx="202772" cy="75781"/>
                </a:xfrm>
                <a:custGeom>
                  <a:avLst/>
                  <a:gdLst>
                    <a:gd name="connsiteX0" fmla="*/ 0 w 202772"/>
                    <a:gd name="connsiteY0" fmla="*/ 75782 h 75781"/>
                    <a:gd name="connsiteX1" fmla="*/ 202772 w 202772"/>
                    <a:gd name="connsiteY1" fmla="*/ 75782 h 75781"/>
                    <a:gd name="connsiteX2" fmla="*/ 202772 w 202772"/>
                    <a:gd name="connsiteY2" fmla="*/ 0 h 75781"/>
                    <a:gd name="connsiteX3" fmla="*/ 0 w 202772"/>
                    <a:gd name="connsiteY3" fmla="*/ 0 h 75781"/>
                    <a:gd name="connsiteX4" fmla="*/ 0 w 202772"/>
                    <a:gd name="connsiteY4" fmla="*/ 75782 h 75781"/>
                    <a:gd name="connsiteX5" fmla="*/ 16876 w 202772"/>
                    <a:gd name="connsiteY5" fmla="*/ 16869 h 75781"/>
                    <a:gd name="connsiteX6" fmla="*/ 185575 w 202772"/>
                    <a:gd name="connsiteY6" fmla="*/ 16869 h 75781"/>
                    <a:gd name="connsiteX7" fmla="*/ 185575 w 202772"/>
                    <a:gd name="connsiteY7" fmla="*/ 59399 h 75781"/>
                    <a:gd name="connsiteX8" fmla="*/ 16876 w 202772"/>
                    <a:gd name="connsiteY8" fmla="*/ 59399 h 75781"/>
                    <a:gd name="connsiteX9" fmla="*/ 16876 w 202772"/>
                    <a:gd name="connsiteY9" fmla="*/ 16869 h 7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72" h="75781">
                      <a:moveTo>
                        <a:pt x="0" y="75782"/>
                      </a:moveTo>
                      <a:lnTo>
                        <a:pt x="202772" y="75782"/>
                      </a:lnTo>
                      <a:lnTo>
                        <a:pt x="202772" y="0"/>
                      </a:lnTo>
                      <a:lnTo>
                        <a:pt x="0" y="0"/>
                      </a:lnTo>
                      <a:lnTo>
                        <a:pt x="0" y="75782"/>
                      </a:lnTo>
                      <a:close/>
                      <a:moveTo>
                        <a:pt x="16876" y="16869"/>
                      </a:moveTo>
                      <a:lnTo>
                        <a:pt x="185575" y="16869"/>
                      </a:lnTo>
                      <a:lnTo>
                        <a:pt x="185575" y="59399"/>
                      </a:lnTo>
                      <a:lnTo>
                        <a:pt x="16876" y="59399"/>
                      </a:lnTo>
                      <a:lnTo>
                        <a:pt x="16876" y="16869"/>
                      </a:lnTo>
                      <a:close/>
                    </a:path>
                  </a:pathLst>
                </a:custGeom>
                <a:solidFill>
                  <a:srgbClr val="2D5967"/>
                </a:solidFill>
                <a:ln w="6417"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58EF66A-6DC1-FDD4-3B84-0151DE0E254A}"/>
                    </a:ext>
                  </a:extLst>
                </p:cNvPr>
                <p:cNvSpPr/>
                <p:nvPr/>
              </p:nvSpPr>
              <p:spPr>
                <a:xfrm>
                  <a:off x="9112428" y="1919635"/>
                  <a:ext cx="16812" cy="16869"/>
                </a:xfrm>
                <a:custGeom>
                  <a:avLst/>
                  <a:gdLst>
                    <a:gd name="connsiteX0" fmla="*/ 8406 w 16812"/>
                    <a:gd name="connsiteY0" fmla="*/ 16870 h 16869"/>
                    <a:gd name="connsiteX1" fmla="*/ 16812 w 16812"/>
                    <a:gd name="connsiteY1" fmla="*/ 8432 h 16869"/>
                    <a:gd name="connsiteX2" fmla="*/ 8406 w 16812"/>
                    <a:gd name="connsiteY2" fmla="*/ 0 h 16869"/>
                    <a:gd name="connsiteX3" fmla="*/ 0 w 16812"/>
                    <a:gd name="connsiteY3" fmla="*/ 8432 h 16869"/>
                    <a:gd name="connsiteX4" fmla="*/ 8406 w 16812"/>
                    <a:gd name="connsiteY4" fmla="*/ 16870 h 1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 h="16869">
                      <a:moveTo>
                        <a:pt x="8406" y="16870"/>
                      </a:moveTo>
                      <a:cubicBezTo>
                        <a:pt x="13091" y="16870"/>
                        <a:pt x="16812" y="13090"/>
                        <a:pt x="16812" y="8432"/>
                      </a:cubicBezTo>
                      <a:cubicBezTo>
                        <a:pt x="16812" y="3780"/>
                        <a:pt x="13091" y="0"/>
                        <a:pt x="8406" y="0"/>
                      </a:cubicBezTo>
                      <a:cubicBezTo>
                        <a:pt x="3722" y="0"/>
                        <a:pt x="0" y="3780"/>
                        <a:pt x="0" y="8432"/>
                      </a:cubicBezTo>
                      <a:cubicBezTo>
                        <a:pt x="0" y="13090"/>
                        <a:pt x="3722" y="16870"/>
                        <a:pt x="8406" y="16870"/>
                      </a:cubicBezTo>
                      <a:close/>
                    </a:path>
                  </a:pathLst>
                </a:custGeom>
                <a:solidFill>
                  <a:srgbClr val="2D5967"/>
                </a:solidFill>
                <a:ln w="6417"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4AD68FE-F360-C48D-9210-3AA0DE73EF37}"/>
                    </a:ext>
                  </a:extLst>
                </p:cNvPr>
                <p:cNvSpPr/>
                <p:nvPr/>
              </p:nvSpPr>
              <p:spPr>
                <a:xfrm>
                  <a:off x="8956435" y="1978663"/>
                  <a:ext cx="202772" cy="75904"/>
                </a:xfrm>
                <a:custGeom>
                  <a:avLst/>
                  <a:gdLst>
                    <a:gd name="connsiteX0" fmla="*/ 0 w 202772"/>
                    <a:gd name="connsiteY0" fmla="*/ 75905 h 75904"/>
                    <a:gd name="connsiteX1" fmla="*/ 202772 w 202772"/>
                    <a:gd name="connsiteY1" fmla="*/ 75905 h 75904"/>
                    <a:gd name="connsiteX2" fmla="*/ 202772 w 202772"/>
                    <a:gd name="connsiteY2" fmla="*/ 0 h 75904"/>
                    <a:gd name="connsiteX3" fmla="*/ 0 w 202772"/>
                    <a:gd name="connsiteY3" fmla="*/ 0 h 75904"/>
                    <a:gd name="connsiteX4" fmla="*/ 0 w 202772"/>
                    <a:gd name="connsiteY4" fmla="*/ 75905 h 75904"/>
                    <a:gd name="connsiteX5" fmla="*/ 16876 w 202772"/>
                    <a:gd name="connsiteY5" fmla="*/ 16870 h 75904"/>
                    <a:gd name="connsiteX6" fmla="*/ 185575 w 202772"/>
                    <a:gd name="connsiteY6" fmla="*/ 16870 h 75904"/>
                    <a:gd name="connsiteX7" fmla="*/ 185575 w 202772"/>
                    <a:gd name="connsiteY7" fmla="*/ 59035 h 75904"/>
                    <a:gd name="connsiteX8" fmla="*/ 16876 w 202772"/>
                    <a:gd name="connsiteY8" fmla="*/ 59035 h 75904"/>
                    <a:gd name="connsiteX9" fmla="*/ 16876 w 202772"/>
                    <a:gd name="connsiteY9" fmla="*/ 16870 h 7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2772" h="75904">
                      <a:moveTo>
                        <a:pt x="0" y="75905"/>
                      </a:moveTo>
                      <a:lnTo>
                        <a:pt x="202772" y="75905"/>
                      </a:lnTo>
                      <a:lnTo>
                        <a:pt x="202772" y="0"/>
                      </a:lnTo>
                      <a:lnTo>
                        <a:pt x="0" y="0"/>
                      </a:lnTo>
                      <a:lnTo>
                        <a:pt x="0" y="75905"/>
                      </a:lnTo>
                      <a:close/>
                      <a:moveTo>
                        <a:pt x="16876" y="16870"/>
                      </a:moveTo>
                      <a:lnTo>
                        <a:pt x="185575" y="16870"/>
                      </a:lnTo>
                      <a:lnTo>
                        <a:pt x="185575" y="59035"/>
                      </a:lnTo>
                      <a:lnTo>
                        <a:pt x="16876" y="59035"/>
                      </a:lnTo>
                      <a:lnTo>
                        <a:pt x="16876" y="16870"/>
                      </a:lnTo>
                      <a:close/>
                    </a:path>
                  </a:pathLst>
                </a:custGeom>
                <a:solidFill>
                  <a:srgbClr val="2D5967"/>
                </a:solidFill>
                <a:ln w="6417"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FEE2298B-B0D3-98DE-EE88-4E787C008C17}"/>
                    </a:ext>
                  </a:extLst>
                </p:cNvPr>
                <p:cNvSpPr/>
                <p:nvPr/>
              </p:nvSpPr>
              <p:spPr>
                <a:xfrm>
                  <a:off x="9112428" y="2008129"/>
                  <a:ext cx="16812" cy="16869"/>
                </a:xfrm>
                <a:custGeom>
                  <a:avLst/>
                  <a:gdLst>
                    <a:gd name="connsiteX0" fmla="*/ 8406 w 16812"/>
                    <a:gd name="connsiteY0" fmla="*/ 16870 h 16869"/>
                    <a:gd name="connsiteX1" fmla="*/ 16812 w 16812"/>
                    <a:gd name="connsiteY1" fmla="*/ 8438 h 16869"/>
                    <a:gd name="connsiteX2" fmla="*/ 8406 w 16812"/>
                    <a:gd name="connsiteY2" fmla="*/ 0 h 16869"/>
                    <a:gd name="connsiteX3" fmla="*/ 0 w 16812"/>
                    <a:gd name="connsiteY3" fmla="*/ 8438 h 16869"/>
                    <a:gd name="connsiteX4" fmla="*/ 8406 w 16812"/>
                    <a:gd name="connsiteY4" fmla="*/ 16870 h 1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12" h="16869">
                      <a:moveTo>
                        <a:pt x="8406" y="16870"/>
                      </a:moveTo>
                      <a:cubicBezTo>
                        <a:pt x="13091" y="16870"/>
                        <a:pt x="16812" y="13090"/>
                        <a:pt x="16812" y="8438"/>
                      </a:cubicBezTo>
                      <a:cubicBezTo>
                        <a:pt x="16812" y="3780"/>
                        <a:pt x="13091" y="0"/>
                        <a:pt x="8406" y="0"/>
                      </a:cubicBezTo>
                      <a:cubicBezTo>
                        <a:pt x="3722" y="0"/>
                        <a:pt x="0" y="3780"/>
                        <a:pt x="0" y="8438"/>
                      </a:cubicBezTo>
                      <a:cubicBezTo>
                        <a:pt x="0" y="13090"/>
                        <a:pt x="3722" y="16870"/>
                        <a:pt x="8406" y="16870"/>
                      </a:cubicBezTo>
                      <a:close/>
                    </a:path>
                  </a:pathLst>
                </a:custGeom>
                <a:solidFill>
                  <a:srgbClr val="2D5967"/>
                </a:solidFill>
                <a:ln w="6417" cap="flat">
                  <a:noFill/>
                  <a:prstDash val="solid"/>
                  <a:miter/>
                </a:ln>
              </p:spPr>
              <p:txBody>
                <a:bodyPr rtlCol="0" anchor="ctr"/>
                <a:lstStyle/>
                <a:p>
                  <a:endParaRPr lang="en-US"/>
                </a:p>
              </p:txBody>
            </p:sp>
          </p:grpSp>
          <p:grpSp>
            <p:nvGrpSpPr>
              <p:cNvPr id="125" name="Graphic 2">
                <a:extLst>
                  <a:ext uri="{FF2B5EF4-FFF2-40B4-BE49-F238E27FC236}">
                    <a16:creationId xmlns:a16="http://schemas.microsoft.com/office/drawing/2014/main" id="{BD031B5E-AAC7-0B83-813A-AEC20B501C7D}"/>
                  </a:ext>
                </a:extLst>
              </p:cNvPr>
              <p:cNvGrpSpPr/>
              <p:nvPr/>
            </p:nvGrpSpPr>
            <p:grpSpPr>
              <a:xfrm>
                <a:off x="8782731" y="2101488"/>
                <a:ext cx="558265" cy="237423"/>
                <a:chOff x="8782731" y="2101488"/>
                <a:chExt cx="558265" cy="237423"/>
              </a:xfrm>
              <a:solidFill>
                <a:srgbClr val="000000"/>
              </a:solidFill>
            </p:grpSpPr>
            <p:sp>
              <p:nvSpPr>
                <p:cNvPr id="126" name="TextBox 125">
                  <a:extLst>
                    <a:ext uri="{FF2B5EF4-FFF2-40B4-BE49-F238E27FC236}">
                      <a16:creationId xmlns:a16="http://schemas.microsoft.com/office/drawing/2014/main" id="{2D66DD80-A031-3A40-B650-97B37BCA3016}"/>
                    </a:ext>
                  </a:extLst>
                </p:cNvPr>
                <p:cNvSpPr txBox="1"/>
                <p:nvPr/>
              </p:nvSpPr>
              <p:spPr>
                <a:xfrm>
                  <a:off x="8739482" y="2055768"/>
                  <a:ext cx="625642" cy="226193"/>
                </a:xfrm>
                <a:prstGeom prst="rect">
                  <a:avLst/>
                </a:prstGeom>
                <a:noFill/>
              </p:spPr>
              <p:txBody>
                <a:bodyPr wrap="none" rtlCol="0">
                  <a:spAutoFit/>
                </a:bodyPr>
                <a:lstStyle/>
                <a:p>
                  <a:pPr algn="l"/>
                  <a:r>
                    <a:rPr lang="en-US" sz="808" spc="0" baseline="0">
                      <a:solidFill>
                        <a:srgbClr val="000000"/>
                      </a:solidFill>
                      <a:latin typeface="Oracle Sans"/>
                      <a:cs typeface="Oracle Sans"/>
                      <a:sym typeface="Oracle Sans"/>
                      <a:rtl val="0"/>
                    </a:rPr>
                    <a:t>Customer</a:t>
                  </a:r>
                </a:p>
              </p:txBody>
            </p:sp>
            <p:sp>
              <p:nvSpPr>
                <p:cNvPr id="127" name="TextBox 126">
                  <a:extLst>
                    <a:ext uri="{FF2B5EF4-FFF2-40B4-BE49-F238E27FC236}">
                      <a16:creationId xmlns:a16="http://schemas.microsoft.com/office/drawing/2014/main" id="{D7A21D08-622C-6C89-EC95-5CF03F4E64DD}"/>
                    </a:ext>
                  </a:extLst>
                </p:cNvPr>
                <p:cNvSpPr txBox="1"/>
                <p:nvPr/>
              </p:nvSpPr>
              <p:spPr>
                <a:xfrm>
                  <a:off x="8691291" y="2158437"/>
                  <a:ext cx="741145" cy="226193"/>
                </a:xfrm>
                <a:prstGeom prst="rect">
                  <a:avLst/>
                </a:prstGeom>
                <a:noFill/>
              </p:spPr>
              <p:txBody>
                <a:bodyPr wrap="none" rtlCol="0">
                  <a:spAutoFit/>
                </a:bodyPr>
                <a:lstStyle/>
                <a:p>
                  <a:pPr algn="l"/>
                  <a:r>
                    <a:rPr lang="en-US" sz="808" spc="0" baseline="0">
                      <a:solidFill>
                        <a:srgbClr val="000000"/>
                      </a:solidFill>
                      <a:latin typeface="Oracle Sans"/>
                      <a:cs typeface="Oracle Sans"/>
                      <a:sym typeface="Oracle Sans"/>
                      <a:rtl val="0"/>
                    </a:rPr>
                    <a:t>Data Center</a:t>
                  </a:r>
                </a:p>
              </p:txBody>
            </p:sp>
          </p:grpSp>
        </p:grpSp>
        <p:pic>
          <p:nvPicPr>
            <p:cNvPr id="141" name="Graphic 91">
              <a:extLst>
                <a:ext uri="{FF2B5EF4-FFF2-40B4-BE49-F238E27FC236}">
                  <a16:creationId xmlns:a16="http://schemas.microsoft.com/office/drawing/2014/main" id="{2E7C34EE-1E9A-A8C5-A0E4-516E9C7FF9B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35316" y="2277021"/>
              <a:ext cx="246462" cy="313679"/>
            </a:xfrm>
            <a:prstGeom prst="rect">
              <a:avLst/>
            </a:prstGeom>
          </p:spPr>
        </p:pic>
        <p:sp>
          <p:nvSpPr>
            <p:cNvPr id="146" name="Rectangle 145">
              <a:extLst>
                <a:ext uri="{FF2B5EF4-FFF2-40B4-BE49-F238E27FC236}">
                  <a16:creationId xmlns:a16="http://schemas.microsoft.com/office/drawing/2014/main" id="{BFDF28A7-E1D5-6BAC-272D-3527C8F4D1F9}"/>
                </a:ext>
              </a:extLst>
            </p:cNvPr>
            <p:cNvSpPr/>
            <p:nvPr/>
          </p:nvSpPr>
          <p:spPr>
            <a:xfrm>
              <a:off x="1585357" y="1911311"/>
              <a:ext cx="1496569" cy="184666"/>
            </a:xfrm>
            <a:prstGeom prst="rect">
              <a:avLst/>
            </a:prstGeom>
            <a:noFill/>
          </p:spPr>
          <p:txBody>
            <a:bodyPr wrap="square" lIns="27432" tIns="0" rIns="27432" bIns="0">
              <a:spAutoFit/>
            </a:bodyPr>
            <a:lstStyle/>
            <a:p>
              <a:r>
                <a:rPr lang="en-US" sz="1200" b="1">
                  <a:solidFill>
                    <a:srgbClr val="312D2A"/>
                  </a:solidFill>
                  <a:ea typeface="Open Sans" panose="020B0606030504020204" pitchFamily="34" charset="0"/>
                  <a:cs typeface="Open Sans" panose="020B0606030504020204" pitchFamily="34" charset="0"/>
                </a:rPr>
                <a:t>On-Premises Location</a:t>
              </a:r>
            </a:p>
          </p:txBody>
        </p:sp>
        <p:sp>
          <p:nvSpPr>
            <p:cNvPr id="147" name="Rectangle 146">
              <a:extLst>
                <a:ext uri="{FF2B5EF4-FFF2-40B4-BE49-F238E27FC236}">
                  <a16:creationId xmlns:a16="http://schemas.microsoft.com/office/drawing/2014/main" id="{05C496B3-2446-1480-448E-E2457EC3981D}"/>
                </a:ext>
              </a:extLst>
            </p:cNvPr>
            <p:cNvSpPr/>
            <p:nvPr/>
          </p:nvSpPr>
          <p:spPr>
            <a:xfrm>
              <a:off x="1739611" y="2309409"/>
              <a:ext cx="1496569" cy="353943"/>
            </a:xfrm>
            <a:prstGeom prst="rect">
              <a:avLst/>
            </a:prstGeom>
            <a:noFill/>
          </p:spPr>
          <p:txBody>
            <a:bodyPr wrap="square" lIns="27432" tIns="0" rIns="27432" bIns="0">
              <a:spAutoFit/>
            </a:bodyPr>
            <a:lstStyle/>
            <a:p>
              <a:r>
                <a:rPr lang="en-US" sz="1200" b="1">
                  <a:solidFill>
                    <a:srgbClr val="29474B"/>
                  </a:solidFill>
                  <a:ea typeface="Open Sans" panose="020B0606030504020204" pitchFamily="34" charset="0"/>
                  <a:cs typeface="Open Sans" panose="020B0606030504020204" pitchFamily="34" charset="0"/>
                </a:rPr>
                <a:t>On-Premises Network</a:t>
              </a:r>
            </a:p>
            <a:p>
              <a:r>
                <a:rPr lang="en-US" sz="1100" b="1">
                  <a:solidFill>
                    <a:srgbClr val="29474B"/>
                  </a:solidFill>
                  <a:ea typeface="Open Sans" panose="020B0606030504020204" pitchFamily="34" charset="0"/>
                  <a:cs typeface="Open Sans" panose="020B0606030504020204" pitchFamily="34" charset="0"/>
                </a:rPr>
                <a:t>10.0.1.0/24</a:t>
              </a:r>
            </a:p>
          </p:txBody>
        </p:sp>
        <p:sp>
          <p:nvSpPr>
            <p:cNvPr id="148" name="Rectangle 147">
              <a:extLst>
                <a:ext uri="{FF2B5EF4-FFF2-40B4-BE49-F238E27FC236}">
                  <a16:creationId xmlns:a16="http://schemas.microsoft.com/office/drawing/2014/main" id="{51D431ED-3F33-E824-8B21-D0C01D962EBD}"/>
                </a:ext>
              </a:extLst>
            </p:cNvPr>
            <p:cNvSpPr/>
            <p:nvPr/>
          </p:nvSpPr>
          <p:spPr>
            <a:xfrm>
              <a:off x="1831095" y="3654804"/>
              <a:ext cx="1513979" cy="507831"/>
            </a:xfrm>
            <a:prstGeom prst="rect">
              <a:avLst/>
            </a:prstGeom>
            <a:noFill/>
          </p:spPr>
          <p:txBody>
            <a:bodyPr wrap="square" lIns="27432" tIns="0" rIns="27432" bIns="0">
              <a:spAutoFit/>
            </a:bodyPr>
            <a:lstStyle/>
            <a:p>
              <a:pPr algn="ctr"/>
              <a:r>
                <a:rPr lang="en-US" sz="1100" b="1">
                  <a:solidFill>
                    <a:srgbClr val="29474B"/>
                  </a:solidFill>
                  <a:ea typeface="Open Sans" panose="020B0606030504020204" pitchFamily="34" charset="0"/>
                  <a:cs typeface="Open Sans" panose="020B0606030504020204" pitchFamily="34" charset="0"/>
                </a:rPr>
                <a:t>On-Premises DNS </a:t>
              </a:r>
            </a:p>
            <a:p>
              <a:pPr algn="ctr"/>
              <a:r>
                <a:rPr lang="en-US" sz="1100" b="1">
                  <a:solidFill>
                    <a:srgbClr val="29474B"/>
                  </a:solidFill>
                  <a:ea typeface="Open Sans" panose="020B0606030504020204" pitchFamily="34" charset="0"/>
                  <a:cs typeface="Open Sans" panose="020B0606030504020204" pitchFamily="34" charset="0"/>
                </a:rPr>
                <a:t>Server</a:t>
              </a:r>
            </a:p>
            <a:p>
              <a:pPr algn="ctr"/>
              <a:r>
                <a:rPr lang="en-US" sz="1100" b="1">
                  <a:solidFill>
                    <a:srgbClr val="29474B"/>
                  </a:solidFill>
                  <a:ea typeface="Open Sans" panose="020B0606030504020204" pitchFamily="34" charset="0"/>
                  <a:cs typeface="Open Sans" panose="020B0606030504020204" pitchFamily="34" charset="0"/>
                </a:rPr>
                <a:t>10.0.1.5</a:t>
              </a:r>
            </a:p>
          </p:txBody>
        </p:sp>
        <p:sp>
          <p:nvSpPr>
            <p:cNvPr id="157" name="Rectangle 156">
              <a:extLst>
                <a:ext uri="{FF2B5EF4-FFF2-40B4-BE49-F238E27FC236}">
                  <a16:creationId xmlns:a16="http://schemas.microsoft.com/office/drawing/2014/main" id="{EB10CE64-091B-9675-FD40-5E3FA877BD4C}"/>
                </a:ext>
              </a:extLst>
            </p:cNvPr>
            <p:cNvSpPr/>
            <p:nvPr/>
          </p:nvSpPr>
          <p:spPr>
            <a:xfrm>
              <a:off x="1454553" y="5471053"/>
              <a:ext cx="2661346" cy="599767"/>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accent4">
                      <a:lumMod val="60000"/>
                      <a:lumOff val="40000"/>
                    </a:schemeClr>
                  </a:solidFill>
                </a:rPr>
                <a:t>DNS Policy: Oraclevcn.com: (Forward 10.0.0.4)</a:t>
              </a:r>
            </a:p>
            <a:p>
              <a:r>
                <a:rPr lang="en-IN" sz="1000" err="1">
                  <a:solidFill>
                    <a:schemeClr val="accent4">
                      <a:lumMod val="60000"/>
                      <a:lumOff val="40000"/>
                    </a:schemeClr>
                  </a:solidFill>
                </a:rPr>
                <a:t>ocizone.com.internal</a:t>
              </a:r>
              <a:r>
                <a:rPr lang="en-IN" sz="1000">
                  <a:solidFill>
                    <a:schemeClr val="accent4">
                      <a:lumMod val="60000"/>
                      <a:lumOff val="40000"/>
                    </a:schemeClr>
                  </a:solidFill>
                </a:rPr>
                <a:t>: (Forward 10.0.0.4)</a:t>
              </a:r>
            </a:p>
            <a:p>
              <a:r>
                <a:rPr lang="en-IN" sz="1000">
                  <a:solidFill>
                    <a:schemeClr val="accent4">
                      <a:lumMod val="60000"/>
                      <a:lumOff val="40000"/>
                    </a:schemeClr>
                  </a:solidFill>
                </a:rPr>
                <a:t>Else: (Resolve locally)</a:t>
              </a:r>
            </a:p>
          </p:txBody>
        </p:sp>
      </p:grpSp>
      <p:grpSp>
        <p:nvGrpSpPr>
          <p:cNvPr id="4" name="Group 3">
            <a:extLst>
              <a:ext uri="{FF2B5EF4-FFF2-40B4-BE49-F238E27FC236}">
                <a16:creationId xmlns:a16="http://schemas.microsoft.com/office/drawing/2014/main" id="{0007819A-D11A-4AAD-7FB8-E46680A5439E}"/>
              </a:ext>
            </a:extLst>
          </p:cNvPr>
          <p:cNvGrpSpPr/>
          <p:nvPr/>
        </p:nvGrpSpPr>
        <p:grpSpPr>
          <a:xfrm>
            <a:off x="5123764" y="1805833"/>
            <a:ext cx="5668686" cy="4242620"/>
            <a:chOff x="5123764" y="1805833"/>
            <a:chExt cx="5668686" cy="4242620"/>
          </a:xfrm>
        </p:grpSpPr>
        <p:sp>
          <p:nvSpPr>
            <p:cNvPr id="11" name="Rectangle 10">
              <a:extLst>
                <a:ext uri="{FF2B5EF4-FFF2-40B4-BE49-F238E27FC236}">
                  <a16:creationId xmlns:a16="http://schemas.microsoft.com/office/drawing/2014/main" id="{1B3ECEB2-27C4-DC87-4FC9-B2861608CDB0}"/>
                </a:ext>
              </a:extLst>
            </p:cNvPr>
            <p:cNvSpPr/>
            <p:nvPr/>
          </p:nvSpPr>
          <p:spPr>
            <a:xfrm>
              <a:off x="5273382" y="1805833"/>
              <a:ext cx="5519068" cy="424262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6162E6AC-2DCB-5EA8-CFDC-40729E49EC86}"/>
                </a:ext>
              </a:extLst>
            </p:cNvPr>
            <p:cNvSpPr/>
            <p:nvPr/>
          </p:nvSpPr>
          <p:spPr>
            <a:xfrm>
              <a:off x="5728838" y="2382162"/>
              <a:ext cx="4731974" cy="2881407"/>
            </a:xfrm>
            <a:prstGeom prst="rect">
              <a:avLst/>
            </a:prstGeom>
            <a:solidFill>
              <a:schemeClr val="bg1"/>
            </a:solidFill>
            <a:ln>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extLst>
                <a:ext uri="{FF2B5EF4-FFF2-40B4-BE49-F238E27FC236}">
                  <a16:creationId xmlns:a16="http://schemas.microsoft.com/office/drawing/2014/main" id="{5FA4156E-97D3-84A2-85AB-A0DD3B2DADCE}"/>
                </a:ext>
              </a:extLst>
            </p:cNvPr>
            <p:cNvSpPr/>
            <p:nvPr/>
          </p:nvSpPr>
          <p:spPr>
            <a:xfrm>
              <a:off x="6131372" y="2776633"/>
              <a:ext cx="4079258" cy="2230175"/>
            </a:xfrm>
            <a:prstGeom prst="rect">
              <a:avLst/>
            </a:prstGeom>
            <a:solidFill>
              <a:schemeClr val="bg1"/>
            </a:solidFill>
            <a:ln>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 name="Picture 50">
              <a:extLst>
                <a:ext uri="{FF2B5EF4-FFF2-40B4-BE49-F238E27FC236}">
                  <a16:creationId xmlns:a16="http://schemas.microsoft.com/office/drawing/2014/main" id="{A77B4219-1E7E-C1FC-77B0-96EDB0861A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12299" y="3186814"/>
              <a:ext cx="521110" cy="497949"/>
            </a:xfrm>
            <a:prstGeom prst="rect">
              <a:avLst/>
            </a:prstGeom>
            <a:ln>
              <a:noFill/>
            </a:ln>
            <a:effectLst/>
          </p:spPr>
        </p:pic>
        <p:pic>
          <p:nvPicPr>
            <p:cNvPr id="52" name="Picture 51">
              <a:extLst>
                <a:ext uri="{FF2B5EF4-FFF2-40B4-BE49-F238E27FC236}">
                  <a16:creationId xmlns:a16="http://schemas.microsoft.com/office/drawing/2014/main" id="{9852774D-3399-9C88-C41C-85D2158A1E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68572" y="3186813"/>
              <a:ext cx="521110" cy="497949"/>
            </a:xfrm>
            <a:prstGeom prst="rect">
              <a:avLst/>
            </a:prstGeom>
            <a:ln>
              <a:noFill/>
            </a:ln>
            <a:effectLst/>
          </p:spPr>
        </p:pic>
        <p:grpSp>
          <p:nvGrpSpPr>
            <p:cNvPr id="54" name="Graphic 2">
              <a:extLst>
                <a:ext uri="{FF2B5EF4-FFF2-40B4-BE49-F238E27FC236}">
                  <a16:creationId xmlns:a16="http://schemas.microsoft.com/office/drawing/2014/main" id="{8527B6F7-1320-BA89-6F3B-087C76C7F901}"/>
                </a:ext>
              </a:extLst>
            </p:cNvPr>
            <p:cNvGrpSpPr/>
            <p:nvPr/>
          </p:nvGrpSpPr>
          <p:grpSpPr>
            <a:xfrm>
              <a:off x="7382468" y="4077896"/>
              <a:ext cx="513347" cy="903750"/>
              <a:chOff x="3581676" y="1582905"/>
              <a:chExt cx="513347" cy="903750"/>
            </a:xfrm>
          </p:grpSpPr>
          <p:grpSp>
            <p:nvGrpSpPr>
              <p:cNvPr id="55" name="Graphic 2">
                <a:extLst>
                  <a:ext uri="{FF2B5EF4-FFF2-40B4-BE49-F238E27FC236}">
                    <a16:creationId xmlns:a16="http://schemas.microsoft.com/office/drawing/2014/main" id="{A5646124-D9DA-54D6-65A8-AE74FAB90CCC}"/>
                  </a:ext>
                </a:extLst>
              </p:cNvPr>
              <p:cNvGrpSpPr/>
              <p:nvPr/>
            </p:nvGrpSpPr>
            <p:grpSpPr>
              <a:xfrm>
                <a:off x="3581676" y="1582905"/>
                <a:ext cx="513347" cy="513347"/>
                <a:chOff x="3581676" y="1582905"/>
                <a:chExt cx="513347" cy="513347"/>
              </a:xfrm>
            </p:grpSpPr>
            <p:grpSp>
              <p:nvGrpSpPr>
                <p:cNvPr id="59" name="Graphic 2">
                  <a:extLst>
                    <a:ext uri="{FF2B5EF4-FFF2-40B4-BE49-F238E27FC236}">
                      <a16:creationId xmlns:a16="http://schemas.microsoft.com/office/drawing/2014/main" id="{EB3BFD3F-C7B8-7C65-43D8-087EF3FB6A4A}"/>
                    </a:ext>
                  </a:extLst>
                </p:cNvPr>
                <p:cNvGrpSpPr/>
                <p:nvPr/>
              </p:nvGrpSpPr>
              <p:grpSpPr>
                <a:xfrm>
                  <a:off x="3581676" y="1582905"/>
                  <a:ext cx="513347" cy="513347"/>
                  <a:chOff x="3581676" y="1582905"/>
                  <a:chExt cx="513347" cy="513347"/>
                </a:xfrm>
                <a:solidFill>
                  <a:srgbClr val="FFFFFF"/>
                </a:solidFill>
              </p:grpSpPr>
              <p:sp>
                <p:nvSpPr>
                  <p:cNvPr id="70" name="Freeform: Shape 69">
                    <a:extLst>
                      <a:ext uri="{FF2B5EF4-FFF2-40B4-BE49-F238E27FC236}">
                        <a16:creationId xmlns:a16="http://schemas.microsoft.com/office/drawing/2014/main" id="{C2F55DCF-7EA0-BB23-0ACB-A6E9845BB35C}"/>
                      </a:ext>
                    </a:extLst>
                  </p:cNvPr>
                  <p:cNvSpPr/>
                  <p:nvPr/>
                </p:nvSpPr>
                <p:spPr>
                  <a:xfrm>
                    <a:off x="3587784" y="1589016"/>
                    <a:ext cx="501155" cy="502346"/>
                  </a:xfrm>
                  <a:custGeom>
                    <a:avLst/>
                    <a:gdLst>
                      <a:gd name="connsiteX0" fmla="*/ 26829 w 501155"/>
                      <a:gd name="connsiteY0" fmla="*/ 501127 h 502346"/>
                      <a:gd name="connsiteX1" fmla="*/ 0 w 501155"/>
                      <a:gd name="connsiteY1" fmla="*/ 474234 h 502346"/>
                      <a:gd name="connsiteX2" fmla="*/ 0 w 501155"/>
                      <a:gd name="connsiteY2" fmla="*/ 26890 h 502346"/>
                      <a:gd name="connsiteX3" fmla="*/ 26829 w 501155"/>
                      <a:gd name="connsiteY3" fmla="*/ 0 h 502346"/>
                      <a:gd name="connsiteX4" fmla="*/ 474333 w 501155"/>
                      <a:gd name="connsiteY4" fmla="*/ 0 h 502346"/>
                      <a:gd name="connsiteX5" fmla="*/ 501155 w 501155"/>
                      <a:gd name="connsiteY5" fmla="*/ 26890 h 502346"/>
                      <a:gd name="connsiteX6" fmla="*/ 501155 w 501155"/>
                      <a:gd name="connsiteY6" fmla="*/ 475460 h 502346"/>
                      <a:gd name="connsiteX7" fmla="*/ 474333 w 501155"/>
                      <a:gd name="connsiteY7" fmla="*/ 502346 h 502346"/>
                      <a:gd name="connsiteX8" fmla="*/ 26829 w 501155"/>
                      <a:gd name="connsiteY8" fmla="*/ 501127 h 50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155" h="502346">
                        <a:moveTo>
                          <a:pt x="26829" y="501127"/>
                        </a:moveTo>
                        <a:cubicBezTo>
                          <a:pt x="12198" y="501127"/>
                          <a:pt x="0" y="488903"/>
                          <a:pt x="0" y="474234"/>
                        </a:cubicBezTo>
                        <a:lnTo>
                          <a:pt x="0" y="26890"/>
                        </a:lnTo>
                        <a:cubicBezTo>
                          <a:pt x="0" y="12223"/>
                          <a:pt x="12198" y="0"/>
                          <a:pt x="26829" y="0"/>
                        </a:cubicBezTo>
                        <a:lnTo>
                          <a:pt x="474333" y="0"/>
                        </a:lnTo>
                        <a:cubicBezTo>
                          <a:pt x="488963" y="0"/>
                          <a:pt x="501155" y="12223"/>
                          <a:pt x="501155" y="26890"/>
                        </a:cubicBezTo>
                        <a:lnTo>
                          <a:pt x="501155" y="475460"/>
                        </a:lnTo>
                        <a:cubicBezTo>
                          <a:pt x="501155" y="490122"/>
                          <a:pt x="488963" y="502346"/>
                          <a:pt x="474333" y="502346"/>
                        </a:cubicBezTo>
                        <a:lnTo>
                          <a:pt x="26829" y="501127"/>
                        </a:lnTo>
                        <a:close/>
                      </a:path>
                    </a:pathLst>
                  </a:custGeom>
                  <a:solidFill>
                    <a:srgbClr val="FFFFFF"/>
                  </a:solidFill>
                  <a:ln w="6417"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8E58CCC1-A886-7F17-7878-E5C5622DAF6D}"/>
                      </a:ext>
                    </a:extLst>
                  </p:cNvPr>
                  <p:cNvSpPr/>
                  <p:nvPr/>
                </p:nvSpPr>
                <p:spPr>
                  <a:xfrm>
                    <a:off x="3581676" y="1582905"/>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9"/>
                          <a:pt x="14630" y="513347"/>
                          <a:pt x="32925" y="513347"/>
                        </a:cubicBezTo>
                        <a:lnTo>
                          <a:pt x="480422"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endParaRPr lang="en-US"/>
                  </a:p>
                </p:txBody>
              </p:sp>
            </p:grpSp>
            <p:grpSp>
              <p:nvGrpSpPr>
                <p:cNvPr id="60" name="Graphic 2">
                  <a:extLst>
                    <a:ext uri="{FF2B5EF4-FFF2-40B4-BE49-F238E27FC236}">
                      <a16:creationId xmlns:a16="http://schemas.microsoft.com/office/drawing/2014/main" id="{6A72F6C1-7CC5-26B2-3D54-BACD80F19646}"/>
                    </a:ext>
                  </a:extLst>
                </p:cNvPr>
                <p:cNvGrpSpPr/>
                <p:nvPr/>
              </p:nvGrpSpPr>
              <p:grpSpPr>
                <a:xfrm>
                  <a:off x="3593874" y="1595131"/>
                  <a:ext cx="488957" cy="488903"/>
                  <a:chOff x="3593874" y="1595131"/>
                  <a:chExt cx="488957" cy="488903"/>
                </a:xfrm>
                <a:solidFill>
                  <a:srgbClr val="2D5967"/>
                </a:solidFill>
              </p:grpSpPr>
              <p:sp>
                <p:nvSpPr>
                  <p:cNvPr id="61" name="Freeform: Shape 60">
                    <a:extLst>
                      <a:ext uri="{FF2B5EF4-FFF2-40B4-BE49-F238E27FC236}">
                        <a16:creationId xmlns:a16="http://schemas.microsoft.com/office/drawing/2014/main" id="{3E5A969A-D554-3AE9-744B-B148D4031142}"/>
                      </a:ext>
                    </a:extLst>
                  </p:cNvPr>
                  <p:cNvSpPr/>
                  <p:nvPr/>
                </p:nvSpPr>
                <p:spPr>
                  <a:xfrm>
                    <a:off x="3593874" y="1595131"/>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8BCF7B0-B9F1-67CB-E86F-6CC347208FF7}"/>
                      </a:ext>
                    </a:extLst>
                  </p:cNvPr>
                  <p:cNvSpPr/>
                  <p:nvPr/>
                </p:nvSpPr>
                <p:spPr>
                  <a:xfrm>
                    <a:off x="3662156" y="1906808"/>
                    <a:ext cx="354832" cy="108784"/>
                  </a:xfrm>
                  <a:custGeom>
                    <a:avLst/>
                    <a:gdLst>
                      <a:gd name="connsiteX0" fmla="*/ 0 w 354832"/>
                      <a:gd name="connsiteY0" fmla="*/ 108785 h 108784"/>
                      <a:gd name="connsiteX1" fmla="*/ 354832 w 354832"/>
                      <a:gd name="connsiteY1" fmla="*/ 108785 h 108784"/>
                      <a:gd name="connsiteX2" fmla="*/ 354832 w 354832"/>
                      <a:gd name="connsiteY2" fmla="*/ 0 h 108784"/>
                      <a:gd name="connsiteX3" fmla="*/ 0 w 354832"/>
                      <a:gd name="connsiteY3" fmla="*/ 0 h 108784"/>
                      <a:gd name="connsiteX4" fmla="*/ 0 w 354832"/>
                      <a:gd name="connsiteY4" fmla="*/ 108785 h 108784"/>
                      <a:gd name="connsiteX5" fmla="*/ 17069 w 354832"/>
                      <a:gd name="connsiteY5" fmla="*/ 18333 h 108784"/>
                      <a:gd name="connsiteX6" fmla="*/ 335318 w 354832"/>
                      <a:gd name="connsiteY6" fmla="*/ 18333 h 108784"/>
                      <a:gd name="connsiteX7" fmla="*/ 335318 w 354832"/>
                      <a:gd name="connsiteY7" fmla="*/ 91671 h 108784"/>
                      <a:gd name="connsiteX8" fmla="*/ 17069 w 354832"/>
                      <a:gd name="connsiteY8" fmla="*/ 91671 h 108784"/>
                      <a:gd name="connsiteX9" fmla="*/ 17069 w 354832"/>
                      <a:gd name="connsiteY9" fmla="*/ 18333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32" h="108784">
                        <a:moveTo>
                          <a:pt x="0" y="108785"/>
                        </a:moveTo>
                        <a:lnTo>
                          <a:pt x="354832" y="108785"/>
                        </a:lnTo>
                        <a:lnTo>
                          <a:pt x="354832" y="0"/>
                        </a:lnTo>
                        <a:lnTo>
                          <a:pt x="0" y="0"/>
                        </a:lnTo>
                        <a:lnTo>
                          <a:pt x="0" y="108785"/>
                        </a:lnTo>
                        <a:close/>
                        <a:moveTo>
                          <a:pt x="17069" y="18333"/>
                        </a:moveTo>
                        <a:lnTo>
                          <a:pt x="335318" y="18333"/>
                        </a:lnTo>
                        <a:lnTo>
                          <a:pt x="335318" y="91671"/>
                        </a:lnTo>
                        <a:lnTo>
                          <a:pt x="17069" y="91671"/>
                        </a:lnTo>
                        <a:lnTo>
                          <a:pt x="17069" y="18333"/>
                        </a:lnTo>
                        <a:close/>
                      </a:path>
                    </a:pathLst>
                  </a:custGeom>
                  <a:solidFill>
                    <a:srgbClr val="2D5967"/>
                  </a:solidFill>
                  <a:ln w="6417"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E7300E3-47CD-D237-0C39-8FAA7DECD5DC}"/>
                      </a:ext>
                    </a:extLst>
                  </p:cNvPr>
                  <p:cNvSpPr/>
                  <p:nvPr/>
                </p:nvSpPr>
                <p:spPr>
                  <a:xfrm>
                    <a:off x="3943823" y="1948363"/>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3E97478-46F9-EAD9-F200-0BA33A8C9EE2}"/>
                      </a:ext>
                    </a:extLst>
                  </p:cNvPr>
                  <p:cNvSpPr/>
                  <p:nvPr/>
                </p:nvSpPr>
                <p:spPr>
                  <a:xfrm>
                    <a:off x="3662156" y="1663574"/>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C3519ED9-F8E9-FFBE-CC76-E7F6CADC74F4}"/>
                      </a:ext>
                    </a:extLst>
                  </p:cNvPr>
                  <p:cNvSpPr/>
                  <p:nvPr/>
                </p:nvSpPr>
                <p:spPr>
                  <a:xfrm>
                    <a:off x="3782876" y="1663574"/>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9E98889D-5216-79B1-3A74-7A98745601BA}"/>
                      </a:ext>
                    </a:extLst>
                  </p:cNvPr>
                  <p:cNvSpPr/>
                  <p:nvPr/>
                </p:nvSpPr>
                <p:spPr>
                  <a:xfrm>
                    <a:off x="3662156" y="1785798"/>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9A1C6553-2931-2BD4-0221-BC35D0D01B4B}"/>
                      </a:ext>
                    </a:extLst>
                  </p:cNvPr>
                  <p:cNvSpPr/>
                  <p:nvPr/>
                </p:nvSpPr>
                <p:spPr>
                  <a:xfrm>
                    <a:off x="3782876" y="1785798"/>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B8B12165-3647-8FFD-2B61-30E308289315}"/>
                      </a:ext>
                    </a:extLst>
                  </p:cNvPr>
                  <p:cNvSpPr/>
                  <p:nvPr/>
                </p:nvSpPr>
                <p:spPr>
                  <a:xfrm>
                    <a:off x="3904808" y="1663574"/>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2632E83-4EEC-4B6E-8147-35748A34F5ED}"/>
                      </a:ext>
                    </a:extLst>
                  </p:cNvPr>
                  <p:cNvSpPr/>
                  <p:nvPr/>
                </p:nvSpPr>
                <p:spPr>
                  <a:xfrm>
                    <a:off x="3904808" y="1785798"/>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grpSp>
          </p:grpSp>
          <p:sp>
            <p:nvSpPr>
              <p:cNvPr id="57" name="TextBox 56">
                <a:extLst>
                  <a:ext uri="{FF2B5EF4-FFF2-40B4-BE49-F238E27FC236}">
                    <a16:creationId xmlns:a16="http://schemas.microsoft.com/office/drawing/2014/main" id="{B4728BC4-E701-9CDC-9A48-81A2481704C6}"/>
                  </a:ext>
                </a:extLst>
              </p:cNvPr>
              <p:cNvSpPr txBox="1"/>
              <p:nvPr/>
            </p:nvSpPr>
            <p:spPr>
              <a:xfrm>
                <a:off x="3592655" y="2055768"/>
                <a:ext cx="487634" cy="430887"/>
              </a:xfrm>
              <a:prstGeom prst="rect">
                <a:avLst/>
              </a:prstGeom>
              <a:noFill/>
            </p:spPr>
            <p:txBody>
              <a:bodyPr wrap="none" rtlCol="0">
                <a:spAutoFit/>
              </a:bodyPr>
              <a:lstStyle/>
              <a:p>
                <a:pPr algn="l"/>
                <a:r>
                  <a:rPr lang="en-US" sz="1100" b="1" spc="0" baseline="0">
                    <a:solidFill>
                      <a:srgbClr val="000000"/>
                    </a:solidFill>
                    <a:latin typeface="Oracle Sans"/>
                    <a:cs typeface="Oracle Sans"/>
                    <a:sym typeface="Oracle Sans"/>
                    <a:rtl val="0"/>
                  </a:rPr>
                  <a:t>SRV1</a:t>
                </a:r>
              </a:p>
              <a:p>
                <a:pPr algn="l"/>
                <a:r>
                  <a:rPr lang="en-US" sz="1100" b="1">
                    <a:solidFill>
                      <a:srgbClr val="000000"/>
                    </a:solidFill>
                    <a:latin typeface="Oracle Sans"/>
                    <a:cs typeface="Oracle Sans"/>
                    <a:sym typeface="Oracle Sans"/>
                    <a:rtl val="0"/>
                  </a:rPr>
                  <a:t> </a:t>
                </a:r>
                <a:r>
                  <a:rPr lang="en-US" sz="1000" b="1">
                    <a:solidFill>
                      <a:srgbClr val="000000"/>
                    </a:solidFill>
                    <a:latin typeface="Oracle Sans"/>
                    <a:cs typeface="Oracle Sans"/>
                    <a:sym typeface="Oracle Sans"/>
                    <a:rtl val="0"/>
                  </a:rPr>
                  <a:t> x.2</a:t>
                </a:r>
                <a:endParaRPr lang="en-US" sz="1000" b="1" spc="0" baseline="0">
                  <a:solidFill>
                    <a:srgbClr val="000000"/>
                  </a:solidFill>
                  <a:latin typeface="Oracle Sans"/>
                  <a:cs typeface="Oracle Sans"/>
                  <a:sym typeface="Oracle Sans"/>
                  <a:rtl val="0"/>
                </a:endParaRPr>
              </a:p>
            </p:txBody>
          </p:sp>
        </p:grpSp>
        <p:grpSp>
          <p:nvGrpSpPr>
            <p:cNvPr id="72" name="Graphic 2">
              <a:extLst>
                <a:ext uri="{FF2B5EF4-FFF2-40B4-BE49-F238E27FC236}">
                  <a16:creationId xmlns:a16="http://schemas.microsoft.com/office/drawing/2014/main" id="{C290AA2F-FF60-43A5-3845-895BB6078FCD}"/>
                </a:ext>
              </a:extLst>
            </p:cNvPr>
            <p:cNvGrpSpPr/>
            <p:nvPr/>
          </p:nvGrpSpPr>
          <p:grpSpPr>
            <a:xfrm>
              <a:off x="8328710" y="4063549"/>
              <a:ext cx="513347" cy="888361"/>
              <a:chOff x="3581676" y="1582905"/>
              <a:chExt cx="513347" cy="888361"/>
            </a:xfrm>
          </p:grpSpPr>
          <p:grpSp>
            <p:nvGrpSpPr>
              <p:cNvPr id="73" name="Graphic 2">
                <a:extLst>
                  <a:ext uri="{FF2B5EF4-FFF2-40B4-BE49-F238E27FC236}">
                    <a16:creationId xmlns:a16="http://schemas.microsoft.com/office/drawing/2014/main" id="{262897DD-C37C-4570-9FB3-B40EEE7F8C8B}"/>
                  </a:ext>
                </a:extLst>
              </p:cNvPr>
              <p:cNvGrpSpPr/>
              <p:nvPr/>
            </p:nvGrpSpPr>
            <p:grpSpPr>
              <a:xfrm>
                <a:off x="3581676" y="1582905"/>
                <a:ext cx="513347" cy="513347"/>
                <a:chOff x="3581676" y="1582905"/>
                <a:chExt cx="513347" cy="513347"/>
              </a:xfrm>
            </p:grpSpPr>
            <p:grpSp>
              <p:nvGrpSpPr>
                <p:cNvPr id="77" name="Graphic 2">
                  <a:extLst>
                    <a:ext uri="{FF2B5EF4-FFF2-40B4-BE49-F238E27FC236}">
                      <a16:creationId xmlns:a16="http://schemas.microsoft.com/office/drawing/2014/main" id="{A3849777-ED75-9153-4026-E70067881A7B}"/>
                    </a:ext>
                  </a:extLst>
                </p:cNvPr>
                <p:cNvGrpSpPr/>
                <p:nvPr/>
              </p:nvGrpSpPr>
              <p:grpSpPr>
                <a:xfrm>
                  <a:off x="3581676" y="1582905"/>
                  <a:ext cx="513347" cy="513347"/>
                  <a:chOff x="3581676" y="1582905"/>
                  <a:chExt cx="513347" cy="513347"/>
                </a:xfrm>
                <a:solidFill>
                  <a:srgbClr val="FFFFFF"/>
                </a:solidFill>
              </p:grpSpPr>
              <p:sp>
                <p:nvSpPr>
                  <p:cNvPr id="88" name="Freeform: Shape 87">
                    <a:extLst>
                      <a:ext uri="{FF2B5EF4-FFF2-40B4-BE49-F238E27FC236}">
                        <a16:creationId xmlns:a16="http://schemas.microsoft.com/office/drawing/2014/main" id="{AABA0096-C7C6-58B4-B62D-F3E61D157ABD}"/>
                      </a:ext>
                    </a:extLst>
                  </p:cNvPr>
                  <p:cNvSpPr/>
                  <p:nvPr/>
                </p:nvSpPr>
                <p:spPr>
                  <a:xfrm>
                    <a:off x="3587784" y="1589016"/>
                    <a:ext cx="501155" cy="502346"/>
                  </a:xfrm>
                  <a:custGeom>
                    <a:avLst/>
                    <a:gdLst>
                      <a:gd name="connsiteX0" fmla="*/ 26829 w 501155"/>
                      <a:gd name="connsiteY0" fmla="*/ 501127 h 502346"/>
                      <a:gd name="connsiteX1" fmla="*/ 0 w 501155"/>
                      <a:gd name="connsiteY1" fmla="*/ 474234 h 502346"/>
                      <a:gd name="connsiteX2" fmla="*/ 0 w 501155"/>
                      <a:gd name="connsiteY2" fmla="*/ 26890 h 502346"/>
                      <a:gd name="connsiteX3" fmla="*/ 26829 w 501155"/>
                      <a:gd name="connsiteY3" fmla="*/ 0 h 502346"/>
                      <a:gd name="connsiteX4" fmla="*/ 474333 w 501155"/>
                      <a:gd name="connsiteY4" fmla="*/ 0 h 502346"/>
                      <a:gd name="connsiteX5" fmla="*/ 501155 w 501155"/>
                      <a:gd name="connsiteY5" fmla="*/ 26890 h 502346"/>
                      <a:gd name="connsiteX6" fmla="*/ 501155 w 501155"/>
                      <a:gd name="connsiteY6" fmla="*/ 475460 h 502346"/>
                      <a:gd name="connsiteX7" fmla="*/ 474333 w 501155"/>
                      <a:gd name="connsiteY7" fmla="*/ 502346 h 502346"/>
                      <a:gd name="connsiteX8" fmla="*/ 26829 w 501155"/>
                      <a:gd name="connsiteY8" fmla="*/ 501127 h 50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1155" h="502346">
                        <a:moveTo>
                          <a:pt x="26829" y="501127"/>
                        </a:moveTo>
                        <a:cubicBezTo>
                          <a:pt x="12198" y="501127"/>
                          <a:pt x="0" y="488903"/>
                          <a:pt x="0" y="474234"/>
                        </a:cubicBezTo>
                        <a:lnTo>
                          <a:pt x="0" y="26890"/>
                        </a:lnTo>
                        <a:cubicBezTo>
                          <a:pt x="0" y="12223"/>
                          <a:pt x="12198" y="0"/>
                          <a:pt x="26829" y="0"/>
                        </a:cubicBezTo>
                        <a:lnTo>
                          <a:pt x="474333" y="0"/>
                        </a:lnTo>
                        <a:cubicBezTo>
                          <a:pt x="488963" y="0"/>
                          <a:pt x="501155" y="12223"/>
                          <a:pt x="501155" y="26890"/>
                        </a:cubicBezTo>
                        <a:lnTo>
                          <a:pt x="501155" y="475460"/>
                        </a:lnTo>
                        <a:cubicBezTo>
                          <a:pt x="501155" y="490122"/>
                          <a:pt x="488963" y="502346"/>
                          <a:pt x="474333" y="502346"/>
                        </a:cubicBezTo>
                        <a:lnTo>
                          <a:pt x="26829" y="501127"/>
                        </a:lnTo>
                        <a:close/>
                      </a:path>
                    </a:pathLst>
                  </a:custGeom>
                  <a:solidFill>
                    <a:srgbClr val="FFFFFF"/>
                  </a:solidFill>
                  <a:ln w="6417"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5837722A-9A02-A2B9-9D99-140E6B81AEE3}"/>
                      </a:ext>
                    </a:extLst>
                  </p:cNvPr>
                  <p:cNvSpPr/>
                  <p:nvPr/>
                </p:nvSpPr>
                <p:spPr>
                  <a:xfrm>
                    <a:off x="3581676" y="1582905"/>
                    <a:ext cx="513347" cy="513347"/>
                  </a:xfrm>
                  <a:custGeom>
                    <a:avLst/>
                    <a:gdLst>
                      <a:gd name="connsiteX0" fmla="*/ 479203 w 513347"/>
                      <a:gd name="connsiteY0" fmla="*/ 12223 h 513347"/>
                      <a:gd name="connsiteX1" fmla="*/ 499936 w 513347"/>
                      <a:gd name="connsiteY1" fmla="*/ 33001 h 513347"/>
                      <a:gd name="connsiteX2" fmla="*/ 499936 w 513347"/>
                      <a:gd name="connsiteY2" fmla="*/ 481571 h 513347"/>
                      <a:gd name="connsiteX3" fmla="*/ 479203 w 513347"/>
                      <a:gd name="connsiteY3" fmla="*/ 502349 h 513347"/>
                      <a:gd name="connsiteX4" fmla="*/ 32925 w 513347"/>
                      <a:gd name="connsiteY4" fmla="*/ 502349 h 513347"/>
                      <a:gd name="connsiteX5" fmla="*/ 12192 w 513347"/>
                      <a:gd name="connsiteY5" fmla="*/ 480346 h 513347"/>
                      <a:gd name="connsiteX6" fmla="*/ 12192 w 513347"/>
                      <a:gd name="connsiteY6" fmla="*/ 33001 h 513347"/>
                      <a:gd name="connsiteX7" fmla="*/ 32925 w 513347"/>
                      <a:gd name="connsiteY7" fmla="*/ 12223 h 513347"/>
                      <a:gd name="connsiteX8" fmla="*/ 479203 w 513347"/>
                      <a:gd name="connsiteY8" fmla="*/ 12223 h 513347"/>
                      <a:gd name="connsiteX9" fmla="*/ 479203 w 513347"/>
                      <a:gd name="connsiteY9" fmla="*/ 0 h 513347"/>
                      <a:gd name="connsiteX10" fmla="*/ 32925 w 513347"/>
                      <a:gd name="connsiteY10" fmla="*/ 0 h 513347"/>
                      <a:gd name="connsiteX11" fmla="*/ 0 w 513347"/>
                      <a:gd name="connsiteY11" fmla="*/ 33001 h 513347"/>
                      <a:gd name="connsiteX12" fmla="*/ 0 w 513347"/>
                      <a:gd name="connsiteY12" fmla="*/ 481571 h 513347"/>
                      <a:gd name="connsiteX13" fmla="*/ 32925 w 513347"/>
                      <a:gd name="connsiteY13" fmla="*/ 513347 h 513347"/>
                      <a:gd name="connsiteX14" fmla="*/ 480422 w 513347"/>
                      <a:gd name="connsiteY14" fmla="*/ 513347 h 513347"/>
                      <a:gd name="connsiteX15" fmla="*/ 513347 w 513347"/>
                      <a:gd name="connsiteY15" fmla="*/ 480346 h 513347"/>
                      <a:gd name="connsiteX16" fmla="*/ 513347 w 513347"/>
                      <a:gd name="connsiteY16" fmla="*/ 33001 h 513347"/>
                      <a:gd name="connsiteX17" fmla="*/ 479203 w 513347"/>
                      <a:gd name="connsiteY17" fmla="*/ 0 h 51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347" h="513347">
                        <a:moveTo>
                          <a:pt x="479203" y="12223"/>
                        </a:moveTo>
                        <a:cubicBezTo>
                          <a:pt x="490182" y="12223"/>
                          <a:pt x="499936" y="22001"/>
                          <a:pt x="499936" y="33001"/>
                        </a:cubicBezTo>
                        <a:lnTo>
                          <a:pt x="499936" y="481571"/>
                        </a:lnTo>
                        <a:cubicBezTo>
                          <a:pt x="499936" y="492570"/>
                          <a:pt x="490182" y="502349"/>
                          <a:pt x="479203" y="502349"/>
                        </a:cubicBezTo>
                        <a:lnTo>
                          <a:pt x="32925" y="502349"/>
                        </a:lnTo>
                        <a:cubicBezTo>
                          <a:pt x="21945" y="501123"/>
                          <a:pt x="12192" y="491344"/>
                          <a:pt x="12192" y="480346"/>
                        </a:cubicBezTo>
                        <a:lnTo>
                          <a:pt x="12192" y="33001"/>
                        </a:lnTo>
                        <a:cubicBezTo>
                          <a:pt x="12192" y="22001"/>
                          <a:pt x="21945" y="12223"/>
                          <a:pt x="32925" y="12223"/>
                        </a:cubicBezTo>
                        <a:lnTo>
                          <a:pt x="479203" y="12223"/>
                        </a:lnTo>
                        <a:close/>
                        <a:moveTo>
                          <a:pt x="479203" y="0"/>
                        </a:moveTo>
                        <a:lnTo>
                          <a:pt x="32925" y="0"/>
                        </a:lnTo>
                        <a:cubicBezTo>
                          <a:pt x="14630" y="0"/>
                          <a:pt x="0" y="14667"/>
                          <a:pt x="0" y="33001"/>
                        </a:cubicBezTo>
                        <a:lnTo>
                          <a:pt x="0" y="481571"/>
                        </a:lnTo>
                        <a:cubicBezTo>
                          <a:pt x="0" y="498679"/>
                          <a:pt x="14630" y="513347"/>
                          <a:pt x="32925" y="513347"/>
                        </a:cubicBezTo>
                        <a:lnTo>
                          <a:pt x="480422" y="513347"/>
                        </a:lnTo>
                        <a:cubicBezTo>
                          <a:pt x="498717" y="513347"/>
                          <a:pt x="513347" y="498679"/>
                          <a:pt x="513347" y="480346"/>
                        </a:cubicBezTo>
                        <a:lnTo>
                          <a:pt x="513347" y="33001"/>
                        </a:lnTo>
                        <a:cubicBezTo>
                          <a:pt x="512128" y="14667"/>
                          <a:pt x="497498" y="0"/>
                          <a:pt x="479203" y="0"/>
                        </a:cubicBezTo>
                        <a:close/>
                      </a:path>
                    </a:pathLst>
                  </a:custGeom>
                  <a:solidFill>
                    <a:srgbClr val="FFFFFF"/>
                  </a:solidFill>
                  <a:ln w="6417" cap="flat">
                    <a:noFill/>
                    <a:prstDash val="solid"/>
                    <a:miter/>
                  </a:ln>
                </p:spPr>
                <p:txBody>
                  <a:bodyPr rtlCol="0" anchor="ctr"/>
                  <a:lstStyle/>
                  <a:p>
                    <a:endParaRPr lang="en-US"/>
                  </a:p>
                </p:txBody>
              </p:sp>
            </p:grpSp>
            <p:grpSp>
              <p:nvGrpSpPr>
                <p:cNvPr id="78" name="Graphic 2">
                  <a:extLst>
                    <a:ext uri="{FF2B5EF4-FFF2-40B4-BE49-F238E27FC236}">
                      <a16:creationId xmlns:a16="http://schemas.microsoft.com/office/drawing/2014/main" id="{50D25DAE-7608-EF24-0886-19F5EF8BA6CD}"/>
                    </a:ext>
                  </a:extLst>
                </p:cNvPr>
                <p:cNvGrpSpPr/>
                <p:nvPr/>
              </p:nvGrpSpPr>
              <p:grpSpPr>
                <a:xfrm>
                  <a:off x="3593874" y="1595131"/>
                  <a:ext cx="488957" cy="488903"/>
                  <a:chOff x="3593874" y="1595131"/>
                  <a:chExt cx="488957" cy="488903"/>
                </a:xfrm>
                <a:solidFill>
                  <a:srgbClr val="2D5967"/>
                </a:solidFill>
              </p:grpSpPr>
              <p:sp>
                <p:nvSpPr>
                  <p:cNvPr id="79" name="Freeform: Shape 78">
                    <a:extLst>
                      <a:ext uri="{FF2B5EF4-FFF2-40B4-BE49-F238E27FC236}">
                        <a16:creationId xmlns:a16="http://schemas.microsoft.com/office/drawing/2014/main" id="{05DC375E-EA6F-FA9F-0DF3-6B05512B0DCA}"/>
                      </a:ext>
                    </a:extLst>
                  </p:cNvPr>
                  <p:cNvSpPr/>
                  <p:nvPr/>
                </p:nvSpPr>
                <p:spPr>
                  <a:xfrm>
                    <a:off x="3593874" y="1595131"/>
                    <a:ext cx="488957" cy="488903"/>
                  </a:xfrm>
                  <a:custGeom>
                    <a:avLst/>
                    <a:gdLst>
                      <a:gd name="connsiteX0" fmla="*/ 467012 w 488957"/>
                      <a:gd name="connsiteY0" fmla="*/ 0 h 488903"/>
                      <a:gd name="connsiteX1" fmla="*/ 20727 w 488957"/>
                      <a:gd name="connsiteY1" fmla="*/ 0 h 488903"/>
                      <a:gd name="connsiteX2" fmla="*/ 0 w 488957"/>
                      <a:gd name="connsiteY2" fmla="*/ 20778 h 488903"/>
                      <a:gd name="connsiteX3" fmla="*/ 0 w 488957"/>
                      <a:gd name="connsiteY3" fmla="*/ 469345 h 488903"/>
                      <a:gd name="connsiteX4" fmla="*/ 20727 w 488957"/>
                      <a:gd name="connsiteY4" fmla="*/ 488904 h 488903"/>
                      <a:gd name="connsiteX5" fmla="*/ 468231 w 488957"/>
                      <a:gd name="connsiteY5" fmla="*/ 488904 h 488903"/>
                      <a:gd name="connsiteX6" fmla="*/ 488957 w 488957"/>
                      <a:gd name="connsiteY6" fmla="*/ 468126 h 488903"/>
                      <a:gd name="connsiteX7" fmla="*/ 488957 w 488957"/>
                      <a:gd name="connsiteY7" fmla="*/ 20778 h 488903"/>
                      <a:gd name="connsiteX8" fmla="*/ 467012 w 488957"/>
                      <a:gd name="connsiteY8" fmla="*/ 0 h 488903"/>
                      <a:gd name="connsiteX9" fmla="*/ 469450 w 488957"/>
                      <a:gd name="connsiteY9" fmla="*/ 468126 h 488903"/>
                      <a:gd name="connsiteX10" fmla="*/ 467012 w 488957"/>
                      <a:gd name="connsiteY10" fmla="*/ 470571 h 488903"/>
                      <a:gd name="connsiteX11" fmla="*/ 20727 w 488957"/>
                      <a:gd name="connsiteY11" fmla="*/ 470571 h 488903"/>
                      <a:gd name="connsiteX12" fmla="*/ 18288 w 488957"/>
                      <a:gd name="connsiteY12" fmla="*/ 468126 h 488903"/>
                      <a:gd name="connsiteX13" fmla="*/ 18288 w 488957"/>
                      <a:gd name="connsiteY13" fmla="*/ 20778 h 488903"/>
                      <a:gd name="connsiteX14" fmla="*/ 20727 w 488957"/>
                      <a:gd name="connsiteY14" fmla="*/ 18334 h 488903"/>
                      <a:gd name="connsiteX15" fmla="*/ 468231 w 488957"/>
                      <a:gd name="connsiteY15" fmla="*/ 18334 h 488903"/>
                      <a:gd name="connsiteX16" fmla="*/ 470669 w 488957"/>
                      <a:gd name="connsiteY16" fmla="*/ 20778 h 488903"/>
                      <a:gd name="connsiteX17" fmla="*/ 469450 w 488957"/>
                      <a:gd name="connsiteY17" fmla="*/ 468126 h 48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957" h="488903">
                        <a:moveTo>
                          <a:pt x="467012" y="0"/>
                        </a:moveTo>
                        <a:lnTo>
                          <a:pt x="20727" y="0"/>
                        </a:lnTo>
                        <a:cubicBezTo>
                          <a:pt x="9754" y="0"/>
                          <a:pt x="0" y="9778"/>
                          <a:pt x="0" y="20778"/>
                        </a:cubicBezTo>
                        <a:lnTo>
                          <a:pt x="0" y="469345"/>
                        </a:lnTo>
                        <a:cubicBezTo>
                          <a:pt x="0" y="479124"/>
                          <a:pt x="9754" y="488904"/>
                          <a:pt x="20727" y="488904"/>
                        </a:cubicBezTo>
                        <a:lnTo>
                          <a:pt x="468231" y="488904"/>
                        </a:lnTo>
                        <a:cubicBezTo>
                          <a:pt x="479203" y="488904"/>
                          <a:pt x="488957" y="479124"/>
                          <a:pt x="488957" y="468126"/>
                        </a:cubicBezTo>
                        <a:lnTo>
                          <a:pt x="488957" y="20778"/>
                        </a:lnTo>
                        <a:cubicBezTo>
                          <a:pt x="487738" y="9778"/>
                          <a:pt x="477984" y="0"/>
                          <a:pt x="467012" y="0"/>
                        </a:cubicBezTo>
                        <a:close/>
                        <a:moveTo>
                          <a:pt x="469450" y="468126"/>
                        </a:moveTo>
                        <a:cubicBezTo>
                          <a:pt x="469450" y="469345"/>
                          <a:pt x="468231" y="470571"/>
                          <a:pt x="467012" y="470571"/>
                        </a:cubicBezTo>
                        <a:lnTo>
                          <a:pt x="20727" y="470571"/>
                        </a:lnTo>
                        <a:cubicBezTo>
                          <a:pt x="19507" y="470571"/>
                          <a:pt x="18288" y="469345"/>
                          <a:pt x="18288" y="468126"/>
                        </a:cubicBezTo>
                        <a:lnTo>
                          <a:pt x="18288" y="20778"/>
                        </a:lnTo>
                        <a:cubicBezTo>
                          <a:pt x="18288" y="19556"/>
                          <a:pt x="19507" y="18334"/>
                          <a:pt x="20727" y="18334"/>
                        </a:cubicBezTo>
                        <a:lnTo>
                          <a:pt x="468231" y="18334"/>
                        </a:lnTo>
                        <a:cubicBezTo>
                          <a:pt x="469450" y="18334"/>
                          <a:pt x="470669" y="19556"/>
                          <a:pt x="470669" y="20778"/>
                        </a:cubicBezTo>
                        <a:lnTo>
                          <a:pt x="469450" y="468126"/>
                        </a:lnTo>
                        <a:close/>
                      </a:path>
                    </a:pathLst>
                  </a:custGeom>
                  <a:solidFill>
                    <a:srgbClr val="2D5967"/>
                  </a:solidFill>
                  <a:ln w="6417"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D616BA7-CF71-68A6-1846-CBD2BBC777EB}"/>
                      </a:ext>
                    </a:extLst>
                  </p:cNvPr>
                  <p:cNvSpPr/>
                  <p:nvPr/>
                </p:nvSpPr>
                <p:spPr>
                  <a:xfrm>
                    <a:off x="3662156" y="1906808"/>
                    <a:ext cx="354832" cy="108784"/>
                  </a:xfrm>
                  <a:custGeom>
                    <a:avLst/>
                    <a:gdLst>
                      <a:gd name="connsiteX0" fmla="*/ 0 w 354832"/>
                      <a:gd name="connsiteY0" fmla="*/ 108785 h 108784"/>
                      <a:gd name="connsiteX1" fmla="*/ 354832 w 354832"/>
                      <a:gd name="connsiteY1" fmla="*/ 108785 h 108784"/>
                      <a:gd name="connsiteX2" fmla="*/ 354832 w 354832"/>
                      <a:gd name="connsiteY2" fmla="*/ 0 h 108784"/>
                      <a:gd name="connsiteX3" fmla="*/ 0 w 354832"/>
                      <a:gd name="connsiteY3" fmla="*/ 0 h 108784"/>
                      <a:gd name="connsiteX4" fmla="*/ 0 w 354832"/>
                      <a:gd name="connsiteY4" fmla="*/ 108785 h 108784"/>
                      <a:gd name="connsiteX5" fmla="*/ 17069 w 354832"/>
                      <a:gd name="connsiteY5" fmla="*/ 18333 h 108784"/>
                      <a:gd name="connsiteX6" fmla="*/ 335318 w 354832"/>
                      <a:gd name="connsiteY6" fmla="*/ 18333 h 108784"/>
                      <a:gd name="connsiteX7" fmla="*/ 335318 w 354832"/>
                      <a:gd name="connsiteY7" fmla="*/ 91671 h 108784"/>
                      <a:gd name="connsiteX8" fmla="*/ 17069 w 354832"/>
                      <a:gd name="connsiteY8" fmla="*/ 91671 h 108784"/>
                      <a:gd name="connsiteX9" fmla="*/ 17069 w 354832"/>
                      <a:gd name="connsiteY9" fmla="*/ 18333 h 10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832" h="108784">
                        <a:moveTo>
                          <a:pt x="0" y="108785"/>
                        </a:moveTo>
                        <a:lnTo>
                          <a:pt x="354832" y="108785"/>
                        </a:lnTo>
                        <a:lnTo>
                          <a:pt x="354832" y="0"/>
                        </a:lnTo>
                        <a:lnTo>
                          <a:pt x="0" y="0"/>
                        </a:lnTo>
                        <a:lnTo>
                          <a:pt x="0" y="108785"/>
                        </a:lnTo>
                        <a:close/>
                        <a:moveTo>
                          <a:pt x="17069" y="18333"/>
                        </a:moveTo>
                        <a:lnTo>
                          <a:pt x="335318" y="18333"/>
                        </a:lnTo>
                        <a:lnTo>
                          <a:pt x="335318" y="91671"/>
                        </a:lnTo>
                        <a:lnTo>
                          <a:pt x="17069" y="91671"/>
                        </a:lnTo>
                        <a:lnTo>
                          <a:pt x="17069" y="18333"/>
                        </a:lnTo>
                        <a:close/>
                      </a:path>
                    </a:pathLst>
                  </a:custGeom>
                  <a:solidFill>
                    <a:srgbClr val="2D5967"/>
                  </a:solidFill>
                  <a:ln w="6417"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380849B-6729-712E-59DC-99F3577B297E}"/>
                      </a:ext>
                    </a:extLst>
                  </p:cNvPr>
                  <p:cNvSpPr/>
                  <p:nvPr/>
                </p:nvSpPr>
                <p:spPr>
                  <a:xfrm>
                    <a:off x="3943823" y="1948363"/>
                    <a:ext cx="26822" cy="26892"/>
                  </a:xfrm>
                  <a:custGeom>
                    <a:avLst/>
                    <a:gdLst>
                      <a:gd name="connsiteX0" fmla="*/ 13411 w 26822"/>
                      <a:gd name="connsiteY0" fmla="*/ 26893 h 26892"/>
                      <a:gd name="connsiteX1" fmla="*/ 26822 w 26822"/>
                      <a:gd name="connsiteY1" fmla="*/ 13443 h 26892"/>
                      <a:gd name="connsiteX2" fmla="*/ 13411 w 26822"/>
                      <a:gd name="connsiteY2" fmla="*/ 0 h 26892"/>
                      <a:gd name="connsiteX3" fmla="*/ 0 w 26822"/>
                      <a:gd name="connsiteY3" fmla="*/ 13443 h 26892"/>
                      <a:gd name="connsiteX4" fmla="*/ 13411 w 26822"/>
                      <a:gd name="connsiteY4" fmla="*/ 26893 h 26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22" h="26892">
                        <a:moveTo>
                          <a:pt x="13411" y="26893"/>
                        </a:moveTo>
                        <a:cubicBezTo>
                          <a:pt x="20816" y="26893"/>
                          <a:pt x="26822" y="20874"/>
                          <a:pt x="26822" y="13443"/>
                        </a:cubicBezTo>
                        <a:cubicBezTo>
                          <a:pt x="26822" y="6019"/>
                          <a:pt x="20816" y="0"/>
                          <a:pt x="13411" y="0"/>
                        </a:cubicBezTo>
                        <a:cubicBezTo>
                          <a:pt x="6000" y="0"/>
                          <a:pt x="0" y="6019"/>
                          <a:pt x="0" y="13443"/>
                        </a:cubicBezTo>
                        <a:cubicBezTo>
                          <a:pt x="0" y="20874"/>
                          <a:pt x="6000" y="26893"/>
                          <a:pt x="13411" y="26893"/>
                        </a:cubicBezTo>
                        <a:close/>
                      </a:path>
                    </a:pathLst>
                  </a:custGeom>
                  <a:solidFill>
                    <a:srgbClr val="2D5967"/>
                  </a:solidFill>
                  <a:ln w="6417"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5DC2A51-2EC6-FAA5-FFC1-176E6C105194}"/>
                      </a:ext>
                    </a:extLst>
                  </p:cNvPr>
                  <p:cNvSpPr/>
                  <p:nvPr/>
                </p:nvSpPr>
                <p:spPr>
                  <a:xfrm>
                    <a:off x="3662156" y="1663574"/>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B61D85A-0C11-88E5-C5FE-8898B6EEB288}"/>
                      </a:ext>
                    </a:extLst>
                  </p:cNvPr>
                  <p:cNvSpPr/>
                  <p:nvPr/>
                </p:nvSpPr>
                <p:spPr>
                  <a:xfrm>
                    <a:off x="3782876" y="1663574"/>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402B3B5-D75A-D0C7-4DB9-975833972669}"/>
                      </a:ext>
                    </a:extLst>
                  </p:cNvPr>
                  <p:cNvSpPr/>
                  <p:nvPr/>
                </p:nvSpPr>
                <p:spPr>
                  <a:xfrm>
                    <a:off x="3662156" y="1785798"/>
                    <a:ext cx="108521" cy="108780"/>
                  </a:xfrm>
                  <a:custGeom>
                    <a:avLst/>
                    <a:gdLst>
                      <a:gd name="connsiteX0" fmla="*/ 10730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7302 w 108521"/>
                      <a:gd name="connsiteY4" fmla="*/ 0 h 108780"/>
                      <a:gd name="connsiteX5" fmla="*/ 90227 w 108521"/>
                      <a:gd name="connsiteY5" fmla="*/ 90447 h 108780"/>
                      <a:gd name="connsiteX6" fmla="*/ 17069 w 108521"/>
                      <a:gd name="connsiteY6" fmla="*/ 90447 h 108780"/>
                      <a:gd name="connsiteX7" fmla="*/ 17069 w 108521"/>
                      <a:gd name="connsiteY7" fmla="*/ 17112 h 108780"/>
                      <a:gd name="connsiteX8" fmla="*/ 90227 w 108521"/>
                      <a:gd name="connsiteY8" fmla="*/ 17112 h 108780"/>
                      <a:gd name="connsiteX9" fmla="*/ 90227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7302" y="0"/>
                        </a:moveTo>
                        <a:lnTo>
                          <a:pt x="0" y="0"/>
                        </a:lnTo>
                        <a:lnTo>
                          <a:pt x="0" y="108781"/>
                        </a:lnTo>
                        <a:lnTo>
                          <a:pt x="108522" y="108781"/>
                        </a:lnTo>
                        <a:lnTo>
                          <a:pt x="107302" y="0"/>
                        </a:lnTo>
                        <a:close/>
                        <a:moveTo>
                          <a:pt x="90227" y="90447"/>
                        </a:moveTo>
                        <a:lnTo>
                          <a:pt x="17069" y="90447"/>
                        </a:lnTo>
                        <a:lnTo>
                          <a:pt x="17069" y="17112"/>
                        </a:lnTo>
                        <a:lnTo>
                          <a:pt x="90227" y="17112"/>
                        </a:lnTo>
                        <a:lnTo>
                          <a:pt x="90227" y="90447"/>
                        </a:lnTo>
                        <a:close/>
                      </a:path>
                    </a:pathLst>
                  </a:custGeom>
                  <a:solidFill>
                    <a:srgbClr val="2D5967"/>
                  </a:solidFill>
                  <a:ln w="6417"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1431999-9A07-D0BF-26E8-0BFFD7373FA3}"/>
                      </a:ext>
                    </a:extLst>
                  </p:cNvPr>
                  <p:cNvSpPr/>
                  <p:nvPr/>
                </p:nvSpPr>
                <p:spPr>
                  <a:xfrm>
                    <a:off x="3782876" y="1785798"/>
                    <a:ext cx="108521" cy="108780"/>
                  </a:xfrm>
                  <a:custGeom>
                    <a:avLst/>
                    <a:gdLst>
                      <a:gd name="connsiteX0" fmla="*/ 108522 w 108521"/>
                      <a:gd name="connsiteY0" fmla="*/ 0 h 108780"/>
                      <a:gd name="connsiteX1" fmla="*/ 0 w 108521"/>
                      <a:gd name="connsiteY1" fmla="*/ 0 h 108780"/>
                      <a:gd name="connsiteX2" fmla="*/ 0 w 108521"/>
                      <a:gd name="connsiteY2" fmla="*/ 108781 h 108780"/>
                      <a:gd name="connsiteX3" fmla="*/ 108522 w 108521"/>
                      <a:gd name="connsiteY3" fmla="*/ 108781 h 108780"/>
                      <a:gd name="connsiteX4" fmla="*/ 108522 w 108521"/>
                      <a:gd name="connsiteY4" fmla="*/ 0 h 108780"/>
                      <a:gd name="connsiteX5" fmla="*/ 91453 w 108521"/>
                      <a:gd name="connsiteY5" fmla="*/ 90447 h 108780"/>
                      <a:gd name="connsiteX6" fmla="*/ 18295 w 108521"/>
                      <a:gd name="connsiteY6" fmla="*/ 90447 h 108780"/>
                      <a:gd name="connsiteX7" fmla="*/ 18295 w 108521"/>
                      <a:gd name="connsiteY7" fmla="*/ 17112 h 108780"/>
                      <a:gd name="connsiteX8" fmla="*/ 91453 w 108521"/>
                      <a:gd name="connsiteY8" fmla="*/ 17112 h 108780"/>
                      <a:gd name="connsiteX9" fmla="*/ 91453 w 108521"/>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 h="108780">
                        <a:moveTo>
                          <a:pt x="108522" y="0"/>
                        </a:moveTo>
                        <a:lnTo>
                          <a:pt x="0" y="0"/>
                        </a:lnTo>
                        <a:lnTo>
                          <a:pt x="0" y="108781"/>
                        </a:lnTo>
                        <a:lnTo>
                          <a:pt x="108522" y="108781"/>
                        </a:lnTo>
                        <a:lnTo>
                          <a:pt x="108522" y="0"/>
                        </a:lnTo>
                        <a:close/>
                        <a:moveTo>
                          <a:pt x="91453" y="90447"/>
                        </a:moveTo>
                        <a:lnTo>
                          <a:pt x="18295" y="90447"/>
                        </a:lnTo>
                        <a:lnTo>
                          <a:pt x="18295"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4D8FA16C-1F73-627F-38A7-1955A388BC0B}"/>
                      </a:ext>
                    </a:extLst>
                  </p:cNvPr>
                  <p:cNvSpPr/>
                  <p:nvPr/>
                </p:nvSpPr>
                <p:spPr>
                  <a:xfrm>
                    <a:off x="3904808" y="1663574"/>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E888CC5-15D6-B369-134F-5170D303CEF7}"/>
                      </a:ext>
                    </a:extLst>
                  </p:cNvPr>
                  <p:cNvSpPr/>
                  <p:nvPr/>
                </p:nvSpPr>
                <p:spPr>
                  <a:xfrm>
                    <a:off x="3904808" y="1785798"/>
                    <a:ext cx="108527" cy="108780"/>
                  </a:xfrm>
                  <a:custGeom>
                    <a:avLst/>
                    <a:gdLst>
                      <a:gd name="connsiteX0" fmla="*/ 108528 w 108527"/>
                      <a:gd name="connsiteY0" fmla="*/ 0 h 108780"/>
                      <a:gd name="connsiteX1" fmla="*/ 0 w 108527"/>
                      <a:gd name="connsiteY1" fmla="*/ 0 h 108780"/>
                      <a:gd name="connsiteX2" fmla="*/ 0 w 108527"/>
                      <a:gd name="connsiteY2" fmla="*/ 108781 h 108780"/>
                      <a:gd name="connsiteX3" fmla="*/ 108528 w 108527"/>
                      <a:gd name="connsiteY3" fmla="*/ 108781 h 108780"/>
                      <a:gd name="connsiteX4" fmla="*/ 108528 w 108527"/>
                      <a:gd name="connsiteY4" fmla="*/ 0 h 108780"/>
                      <a:gd name="connsiteX5" fmla="*/ 91453 w 108527"/>
                      <a:gd name="connsiteY5" fmla="*/ 90447 h 108780"/>
                      <a:gd name="connsiteX6" fmla="*/ 18294 w 108527"/>
                      <a:gd name="connsiteY6" fmla="*/ 90447 h 108780"/>
                      <a:gd name="connsiteX7" fmla="*/ 18294 w 108527"/>
                      <a:gd name="connsiteY7" fmla="*/ 17112 h 108780"/>
                      <a:gd name="connsiteX8" fmla="*/ 91453 w 108527"/>
                      <a:gd name="connsiteY8" fmla="*/ 17112 h 108780"/>
                      <a:gd name="connsiteX9" fmla="*/ 91453 w 108527"/>
                      <a:gd name="connsiteY9" fmla="*/ 90447 h 10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7" h="108780">
                        <a:moveTo>
                          <a:pt x="108528" y="0"/>
                        </a:moveTo>
                        <a:lnTo>
                          <a:pt x="0" y="0"/>
                        </a:lnTo>
                        <a:lnTo>
                          <a:pt x="0" y="108781"/>
                        </a:lnTo>
                        <a:lnTo>
                          <a:pt x="108528" y="108781"/>
                        </a:lnTo>
                        <a:lnTo>
                          <a:pt x="108528" y="0"/>
                        </a:lnTo>
                        <a:close/>
                        <a:moveTo>
                          <a:pt x="91453" y="90447"/>
                        </a:moveTo>
                        <a:lnTo>
                          <a:pt x="18294" y="90447"/>
                        </a:lnTo>
                        <a:lnTo>
                          <a:pt x="18294" y="17112"/>
                        </a:lnTo>
                        <a:lnTo>
                          <a:pt x="91453" y="17112"/>
                        </a:lnTo>
                        <a:lnTo>
                          <a:pt x="91453" y="90447"/>
                        </a:lnTo>
                        <a:close/>
                      </a:path>
                    </a:pathLst>
                  </a:custGeom>
                  <a:solidFill>
                    <a:srgbClr val="2D5967"/>
                  </a:solidFill>
                  <a:ln w="6417" cap="flat">
                    <a:noFill/>
                    <a:prstDash val="solid"/>
                    <a:miter/>
                  </a:ln>
                </p:spPr>
                <p:txBody>
                  <a:bodyPr rtlCol="0" anchor="ctr"/>
                  <a:lstStyle/>
                  <a:p>
                    <a:endParaRPr lang="en-US"/>
                  </a:p>
                </p:txBody>
              </p:sp>
            </p:grpSp>
          </p:grpSp>
          <p:sp>
            <p:nvSpPr>
              <p:cNvPr id="75" name="TextBox 74">
                <a:extLst>
                  <a:ext uri="{FF2B5EF4-FFF2-40B4-BE49-F238E27FC236}">
                    <a16:creationId xmlns:a16="http://schemas.microsoft.com/office/drawing/2014/main" id="{D7B44E6F-D5B3-C1D8-2184-5737CEFD27F1}"/>
                  </a:ext>
                </a:extLst>
              </p:cNvPr>
              <p:cNvSpPr txBox="1"/>
              <p:nvPr/>
            </p:nvSpPr>
            <p:spPr>
              <a:xfrm>
                <a:off x="3592655" y="2055768"/>
                <a:ext cx="487634" cy="415498"/>
              </a:xfrm>
              <a:prstGeom prst="rect">
                <a:avLst/>
              </a:prstGeom>
              <a:noFill/>
            </p:spPr>
            <p:txBody>
              <a:bodyPr wrap="none" rtlCol="0">
                <a:spAutoFit/>
              </a:bodyPr>
              <a:lstStyle/>
              <a:p>
                <a:pPr algn="l"/>
                <a:r>
                  <a:rPr lang="en-US" sz="1100" b="1" spc="0" baseline="0">
                    <a:solidFill>
                      <a:srgbClr val="000000"/>
                    </a:solidFill>
                    <a:latin typeface="Oracle Sans"/>
                    <a:cs typeface="Oracle Sans"/>
                    <a:sym typeface="Oracle Sans"/>
                    <a:rtl val="0"/>
                  </a:rPr>
                  <a:t>SRV2</a:t>
                </a:r>
              </a:p>
              <a:p>
                <a:pPr algn="l"/>
                <a:r>
                  <a:rPr lang="en-US" sz="1000" b="1">
                    <a:solidFill>
                      <a:srgbClr val="000000"/>
                    </a:solidFill>
                    <a:latin typeface="Oracle Sans"/>
                    <a:cs typeface="Oracle Sans"/>
                    <a:sym typeface="Oracle Sans"/>
                    <a:rtl val="0"/>
                  </a:rPr>
                  <a:t>  x.3</a:t>
                </a:r>
                <a:endParaRPr lang="en-US" sz="1000" b="1" spc="0" baseline="0">
                  <a:solidFill>
                    <a:srgbClr val="000000"/>
                  </a:solidFill>
                  <a:latin typeface="Oracle Sans"/>
                  <a:cs typeface="Oracle Sans"/>
                  <a:sym typeface="Oracle Sans"/>
                  <a:rtl val="0"/>
                </a:endParaRPr>
              </a:p>
            </p:txBody>
          </p:sp>
        </p:grpSp>
        <p:grpSp>
          <p:nvGrpSpPr>
            <p:cNvPr id="91" name="Graphic 2">
              <a:extLst>
                <a:ext uri="{FF2B5EF4-FFF2-40B4-BE49-F238E27FC236}">
                  <a16:creationId xmlns:a16="http://schemas.microsoft.com/office/drawing/2014/main" id="{D1A34475-B6C2-CA52-E9E5-557AF623F86D}"/>
                </a:ext>
              </a:extLst>
            </p:cNvPr>
            <p:cNvGrpSpPr/>
            <p:nvPr/>
          </p:nvGrpSpPr>
          <p:grpSpPr>
            <a:xfrm>
              <a:off x="10116411" y="2209515"/>
              <a:ext cx="513348" cy="491956"/>
              <a:chOff x="1129363" y="1604271"/>
              <a:chExt cx="513348" cy="491956"/>
            </a:xfrm>
          </p:grpSpPr>
          <p:sp>
            <p:nvSpPr>
              <p:cNvPr id="95" name="Freeform: Shape 94">
                <a:extLst>
                  <a:ext uri="{FF2B5EF4-FFF2-40B4-BE49-F238E27FC236}">
                    <a16:creationId xmlns:a16="http://schemas.microsoft.com/office/drawing/2014/main" id="{CB360D7F-E458-F5EC-E6CA-76FB8166A704}"/>
                  </a:ext>
                </a:extLst>
              </p:cNvPr>
              <p:cNvSpPr/>
              <p:nvPr/>
            </p:nvSpPr>
            <p:spPr>
              <a:xfrm>
                <a:off x="1135270" y="1610593"/>
                <a:ext cx="497257" cy="479602"/>
              </a:xfrm>
              <a:custGeom>
                <a:avLst/>
                <a:gdLst>
                  <a:gd name="connsiteX0" fmla="*/ 358769 w 497257"/>
                  <a:gd name="connsiteY0" fmla="*/ 479371 h 479602"/>
                  <a:gd name="connsiteX1" fmla="*/ 314544 w 497257"/>
                  <a:gd name="connsiteY1" fmla="*/ 463643 h 479602"/>
                  <a:gd name="connsiteX2" fmla="*/ 290116 w 497257"/>
                  <a:gd name="connsiteY2" fmla="*/ 423544 h 479602"/>
                  <a:gd name="connsiteX3" fmla="*/ 207069 w 497257"/>
                  <a:gd name="connsiteY3" fmla="*/ 423544 h 479602"/>
                  <a:gd name="connsiteX4" fmla="*/ 191835 w 497257"/>
                  <a:gd name="connsiteY4" fmla="*/ 454640 h 479602"/>
                  <a:gd name="connsiteX5" fmla="*/ 163601 w 497257"/>
                  <a:gd name="connsiteY5" fmla="*/ 474667 h 479602"/>
                  <a:gd name="connsiteX6" fmla="*/ 129232 w 497257"/>
                  <a:gd name="connsiteY6" fmla="*/ 478761 h 479602"/>
                  <a:gd name="connsiteX7" fmla="*/ 97090 w 497257"/>
                  <a:gd name="connsiteY7" fmla="*/ 465915 h 479602"/>
                  <a:gd name="connsiteX8" fmla="*/ 74991 w 497257"/>
                  <a:gd name="connsiteY8" fmla="*/ 439265 h 479602"/>
                  <a:gd name="connsiteX9" fmla="*/ 68311 w 497257"/>
                  <a:gd name="connsiteY9" fmla="*/ 405288 h 479602"/>
                  <a:gd name="connsiteX10" fmla="*/ 78674 w 497257"/>
                  <a:gd name="connsiteY10" fmla="*/ 372242 h 479602"/>
                  <a:gd name="connsiteX11" fmla="*/ 103559 w 497257"/>
                  <a:gd name="connsiteY11" fmla="*/ 348178 h 479602"/>
                  <a:gd name="connsiteX12" fmla="*/ 77943 w 497257"/>
                  <a:gd name="connsiteY12" fmla="*/ 269295 h 479602"/>
                  <a:gd name="connsiteX13" fmla="*/ 70339 w 497257"/>
                  <a:gd name="connsiteY13" fmla="*/ 269295 h 479602"/>
                  <a:gd name="connsiteX14" fmla="*/ 37626 w 497257"/>
                  <a:gd name="connsiteY14" fmla="*/ 261284 h 479602"/>
                  <a:gd name="connsiteX15" fmla="*/ 12414 w 497257"/>
                  <a:gd name="connsiteY15" fmla="*/ 238950 h 479602"/>
                  <a:gd name="connsiteX16" fmla="*/ 498 w 497257"/>
                  <a:gd name="connsiteY16" fmla="*/ 207434 h 479602"/>
                  <a:gd name="connsiteX17" fmla="*/ 4630 w 497257"/>
                  <a:gd name="connsiteY17" fmla="*/ 173993 h 479602"/>
                  <a:gd name="connsiteX18" fmla="*/ 23855 w 497257"/>
                  <a:gd name="connsiteY18" fmla="*/ 146328 h 479602"/>
                  <a:gd name="connsiteX19" fmla="*/ 53745 w 497257"/>
                  <a:gd name="connsiteY19" fmla="*/ 130807 h 479602"/>
                  <a:gd name="connsiteX20" fmla="*/ 87420 w 497257"/>
                  <a:gd name="connsiteY20" fmla="*/ 131006 h 479602"/>
                  <a:gd name="connsiteX21" fmla="*/ 117124 w 497257"/>
                  <a:gd name="connsiteY21" fmla="*/ 146878 h 479602"/>
                  <a:gd name="connsiteX22" fmla="*/ 184610 w 497257"/>
                  <a:gd name="connsiteY22" fmla="*/ 99011 h 479602"/>
                  <a:gd name="connsiteX23" fmla="*/ 178411 w 497257"/>
                  <a:gd name="connsiteY23" fmla="*/ 70221 h 479602"/>
                  <a:gd name="connsiteX24" fmla="*/ 198964 w 497257"/>
                  <a:gd name="connsiteY24" fmla="*/ 20567 h 479602"/>
                  <a:gd name="connsiteX25" fmla="*/ 248592 w 497257"/>
                  <a:gd name="connsiteY25" fmla="*/ 0 h 479602"/>
                  <a:gd name="connsiteX26" fmla="*/ 298214 w 497257"/>
                  <a:gd name="connsiteY26" fmla="*/ 20567 h 479602"/>
                  <a:gd name="connsiteX27" fmla="*/ 318767 w 497257"/>
                  <a:gd name="connsiteY27" fmla="*/ 70221 h 479602"/>
                  <a:gd name="connsiteX28" fmla="*/ 312690 w 497257"/>
                  <a:gd name="connsiteY28" fmla="*/ 99011 h 479602"/>
                  <a:gd name="connsiteX29" fmla="*/ 380291 w 497257"/>
                  <a:gd name="connsiteY29" fmla="*/ 147345 h 479602"/>
                  <a:gd name="connsiteX30" fmla="*/ 427077 w 497257"/>
                  <a:gd name="connsiteY30" fmla="*/ 129088 h 479602"/>
                  <a:gd name="connsiteX31" fmla="*/ 476705 w 497257"/>
                  <a:gd name="connsiteY31" fmla="*/ 149655 h 479602"/>
                  <a:gd name="connsiteX32" fmla="*/ 497258 w 497257"/>
                  <a:gd name="connsiteY32" fmla="*/ 199308 h 479602"/>
                  <a:gd name="connsiteX33" fmla="*/ 476705 w 497257"/>
                  <a:gd name="connsiteY33" fmla="*/ 248962 h 479602"/>
                  <a:gd name="connsiteX34" fmla="*/ 427077 w 497257"/>
                  <a:gd name="connsiteY34" fmla="*/ 269529 h 479602"/>
                  <a:gd name="connsiteX35" fmla="*/ 419595 w 497257"/>
                  <a:gd name="connsiteY35" fmla="*/ 269529 h 479602"/>
                  <a:gd name="connsiteX36" fmla="*/ 393863 w 497257"/>
                  <a:gd name="connsiteY36" fmla="*/ 348409 h 479602"/>
                  <a:gd name="connsiteX37" fmla="*/ 423823 w 497257"/>
                  <a:gd name="connsiteY37" fmla="*/ 382355 h 479602"/>
                  <a:gd name="connsiteX38" fmla="*/ 426846 w 497257"/>
                  <a:gd name="connsiteY38" fmla="*/ 427536 h 479602"/>
                  <a:gd name="connsiteX39" fmla="*/ 401672 w 497257"/>
                  <a:gd name="connsiteY39" fmla="*/ 465177 h 479602"/>
                  <a:gd name="connsiteX40" fmla="*/ 358769 w 497257"/>
                  <a:gd name="connsiteY40" fmla="*/ 479602 h 479602"/>
                  <a:gd name="connsiteX41" fmla="*/ 358769 w 497257"/>
                  <a:gd name="connsiteY41" fmla="*/ 479371 h 479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97257" h="479602">
                    <a:moveTo>
                      <a:pt x="358769" y="479371"/>
                    </a:moveTo>
                    <a:cubicBezTo>
                      <a:pt x="342663" y="479364"/>
                      <a:pt x="327044" y="473814"/>
                      <a:pt x="314544" y="463643"/>
                    </a:cubicBezTo>
                    <a:cubicBezTo>
                      <a:pt x="302044" y="453479"/>
                      <a:pt x="293414" y="439323"/>
                      <a:pt x="290116" y="423544"/>
                    </a:cubicBezTo>
                    <a:lnTo>
                      <a:pt x="207069" y="423544"/>
                    </a:lnTo>
                    <a:cubicBezTo>
                      <a:pt x="204662" y="435018"/>
                      <a:pt x="199426" y="445708"/>
                      <a:pt x="191835" y="454640"/>
                    </a:cubicBezTo>
                    <a:cubicBezTo>
                      <a:pt x="184244" y="463572"/>
                      <a:pt x="174535" y="470458"/>
                      <a:pt x="163601" y="474667"/>
                    </a:cubicBezTo>
                    <a:cubicBezTo>
                      <a:pt x="152667" y="478883"/>
                      <a:pt x="140853" y="480288"/>
                      <a:pt x="129232" y="478761"/>
                    </a:cubicBezTo>
                    <a:cubicBezTo>
                      <a:pt x="117618" y="477228"/>
                      <a:pt x="106568" y="472813"/>
                      <a:pt x="97090" y="465915"/>
                    </a:cubicBezTo>
                    <a:cubicBezTo>
                      <a:pt x="87619" y="459017"/>
                      <a:pt x="80022" y="449853"/>
                      <a:pt x="74991" y="439265"/>
                    </a:cubicBezTo>
                    <a:cubicBezTo>
                      <a:pt x="69967" y="428678"/>
                      <a:pt x="67669" y="416993"/>
                      <a:pt x="68311" y="405288"/>
                    </a:cubicBezTo>
                    <a:cubicBezTo>
                      <a:pt x="68953" y="393578"/>
                      <a:pt x="72514" y="382220"/>
                      <a:pt x="78674" y="372242"/>
                    </a:cubicBezTo>
                    <a:cubicBezTo>
                      <a:pt x="84828" y="362270"/>
                      <a:pt x="93382" y="353992"/>
                      <a:pt x="103559" y="348178"/>
                    </a:cubicBezTo>
                    <a:lnTo>
                      <a:pt x="77943" y="269295"/>
                    </a:lnTo>
                    <a:cubicBezTo>
                      <a:pt x="75408" y="269469"/>
                      <a:pt x="72867" y="269469"/>
                      <a:pt x="70339" y="269295"/>
                    </a:cubicBezTo>
                    <a:cubicBezTo>
                      <a:pt x="58949" y="269321"/>
                      <a:pt x="47719" y="266571"/>
                      <a:pt x="37626" y="261284"/>
                    </a:cubicBezTo>
                    <a:cubicBezTo>
                      <a:pt x="27538" y="255997"/>
                      <a:pt x="18882" y="248332"/>
                      <a:pt x="12414" y="238950"/>
                    </a:cubicBezTo>
                    <a:cubicBezTo>
                      <a:pt x="5946" y="229568"/>
                      <a:pt x="1858" y="218751"/>
                      <a:pt x="498" y="207434"/>
                    </a:cubicBezTo>
                    <a:cubicBezTo>
                      <a:pt x="-856" y="196117"/>
                      <a:pt x="562" y="184639"/>
                      <a:pt x="4630" y="173993"/>
                    </a:cubicBezTo>
                    <a:cubicBezTo>
                      <a:pt x="8698" y="163347"/>
                      <a:pt x="15295" y="153852"/>
                      <a:pt x="23855" y="146328"/>
                    </a:cubicBezTo>
                    <a:cubicBezTo>
                      <a:pt x="32409" y="138804"/>
                      <a:pt x="42669" y="133477"/>
                      <a:pt x="53745" y="130807"/>
                    </a:cubicBezTo>
                    <a:cubicBezTo>
                      <a:pt x="64820" y="128138"/>
                      <a:pt x="76377" y="128206"/>
                      <a:pt x="87420" y="131006"/>
                    </a:cubicBezTo>
                    <a:cubicBezTo>
                      <a:pt x="98464" y="133806"/>
                      <a:pt x="108654" y="139253"/>
                      <a:pt x="117124" y="146878"/>
                    </a:cubicBezTo>
                    <a:lnTo>
                      <a:pt x="184610" y="99011"/>
                    </a:lnTo>
                    <a:cubicBezTo>
                      <a:pt x="180535" y="89960"/>
                      <a:pt x="178424" y="80148"/>
                      <a:pt x="178411" y="70221"/>
                    </a:cubicBezTo>
                    <a:cubicBezTo>
                      <a:pt x="178411" y="51597"/>
                      <a:pt x="185803" y="33736"/>
                      <a:pt x="198964" y="20567"/>
                    </a:cubicBezTo>
                    <a:cubicBezTo>
                      <a:pt x="212132" y="7399"/>
                      <a:pt x="229977" y="0"/>
                      <a:pt x="248592" y="0"/>
                    </a:cubicBezTo>
                    <a:cubicBezTo>
                      <a:pt x="267201" y="0"/>
                      <a:pt x="285053" y="7399"/>
                      <a:pt x="298214" y="20567"/>
                    </a:cubicBezTo>
                    <a:cubicBezTo>
                      <a:pt x="311375" y="33736"/>
                      <a:pt x="318767" y="51597"/>
                      <a:pt x="318767" y="70221"/>
                    </a:cubicBezTo>
                    <a:cubicBezTo>
                      <a:pt x="318799" y="80139"/>
                      <a:pt x="316726" y="89951"/>
                      <a:pt x="312690" y="99011"/>
                    </a:cubicBezTo>
                    <a:lnTo>
                      <a:pt x="380291" y="147345"/>
                    </a:lnTo>
                    <a:cubicBezTo>
                      <a:pt x="393061" y="135626"/>
                      <a:pt x="409751" y="129113"/>
                      <a:pt x="427077" y="129088"/>
                    </a:cubicBezTo>
                    <a:cubicBezTo>
                      <a:pt x="445692" y="129088"/>
                      <a:pt x="463544" y="136487"/>
                      <a:pt x="476705" y="149655"/>
                    </a:cubicBezTo>
                    <a:cubicBezTo>
                      <a:pt x="489865" y="162824"/>
                      <a:pt x="497258" y="180685"/>
                      <a:pt x="497258" y="199308"/>
                    </a:cubicBezTo>
                    <a:cubicBezTo>
                      <a:pt x="497258" y="217932"/>
                      <a:pt x="489865" y="235793"/>
                      <a:pt x="476705" y="248962"/>
                    </a:cubicBezTo>
                    <a:cubicBezTo>
                      <a:pt x="463544" y="262131"/>
                      <a:pt x="445692" y="269529"/>
                      <a:pt x="427077" y="269529"/>
                    </a:cubicBezTo>
                    <a:cubicBezTo>
                      <a:pt x="424625" y="269529"/>
                      <a:pt x="422052" y="269529"/>
                      <a:pt x="419595" y="269529"/>
                    </a:cubicBezTo>
                    <a:lnTo>
                      <a:pt x="393863" y="348409"/>
                    </a:lnTo>
                    <a:cubicBezTo>
                      <a:pt x="407319" y="356103"/>
                      <a:pt x="417856" y="368039"/>
                      <a:pt x="423823" y="382355"/>
                    </a:cubicBezTo>
                    <a:cubicBezTo>
                      <a:pt x="429791" y="396664"/>
                      <a:pt x="430856" y="412552"/>
                      <a:pt x="426846" y="427536"/>
                    </a:cubicBezTo>
                    <a:cubicBezTo>
                      <a:pt x="422841" y="442519"/>
                      <a:pt x="413986" y="455757"/>
                      <a:pt x="401672" y="465177"/>
                    </a:cubicBezTo>
                    <a:cubicBezTo>
                      <a:pt x="389358" y="474590"/>
                      <a:pt x="374272" y="479666"/>
                      <a:pt x="358769" y="479602"/>
                    </a:cubicBezTo>
                    <a:lnTo>
                      <a:pt x="358769" y="479371"/>
                    </a:lnTo>
                    <a:close/>
                  </a:path>
                </a:pathLst>
              </a:custGeom>
              <a:solidFill>
                <a:srgbClr val="FFFFFF"/>
              </a:solidFill>
              <a:ln w="6417"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7596270-AE83-83BA-7ACE-AC41A72AB7FD}"/>
                  </a:ext>
                </a:extLst>
              </p:cNvPr>
              <p:cNvSpPr/>
              <p:nvPr/>
            </p:nvSpPr>
            <p:spPr>
              <a:xfrm>
                <a:off x="1129363" y="1604271"/>
                <a:ext cx="513348" cy="491956"/>
              </a:xfrm>
              <a:custGeom>
                <a:avLst/>
                <a:gdLst>
                  <a:gd name="connsiteX0" fmla="*/ 254615 w 513348"/>
                  <a:gd name="connsiteY0" fmla="*/ 11704 h 491956"/>
                  <a:gd name="connsiteX1" fmla="*/ 286366 w 513348"/>
                  <a:gd name="connsiteY1" fmla="*/ 20157 h 491956"/>
                  <a:gd name="connsiteX2" fmla="*/ 309826 w 513348"/>
                  <a:gd name="connsiteY2" fmla="*/ 43172 h 491956"/>
                  <a:gd name="connsiteX3" fmla="*/ 318899 w 513348"/>
                  <a:gd name="connsiteY3" fmla="*/ 74769 h 491956"/>
                  <a:gd name="connsiteX4" fmla="*/ 311224 w 513348"/>
                  <a:gd name="connsiteY4" fmla="*/ 106735 h 491956"/>
                  <a:gd name="connsiteX5" fmla="*/ 386199 w 513348"/>
                  <a:gd name="connsiteY5" fmla="*/ 161273 h 491956"/>
                  <a:gd name="connsiteX6" fmla="*/ 412784 w 513348"/>
                  <a:gd name="connsiteY6" fmla="*/ 144542 h 491956"/>
                  <a:gd name="connsiteX7" fmla="*/ 444117 w 513348"/>
                  <a:gd name="connsiteY7" fmla="*/ 142398 h 491956"/>
                  <a:gd name="connsiteX8" fmla="*/ 472730 w 513348"/>
                  <a:gd name="connsiteY8" fmla="*/ 155350 h 491956"/>
                  <a:gd name="connsiteX9" fmla="*/ 491801 w 513348"/>
                  <a:gd name="connsiteY9" fmla="*/ 180313 h 491956"/>
                  <a:gd name="connsiteX10" fmla="*/ 496793 w 513348"/>
                  <a:gd name="connsiteY10" fmla="*/ 211337 h 491956"/>
                  <a:gd name="connsiteX11" fmla="*/ 486513 w 513348"/>
                  <a:gd name="connsiteY11" fmla="*/ 241029 h 491956"/>
                  <a:gd name="connsiteX12" fmla="*/ 463406 w 513348"/>
                  <a:gd name="connsiteY12" fmla="*/ 262311 h 491956"/>
                  <a:gd name="connsiteX13" fmla="*/ 432984 w 513348"/>
                  <a:gd name="connsiteY13" fmla="*/ 270114 h 491956"/>
                  <a:gd name="connsiteX14" fmla="*/ 421293 w 513348"/>
                  <a:gd name="connsiteY14" fmla="*/ 269177 h 491956"/>
                  <a:gd name="connsiteX15" fmla="*/ 392635 w 513348"/>
                  <a:gd name="connsiteY15" fmla="*/ 357541 h 491956"/>
                  <a:gd name="connsiteX16" fmla="*/ 417584 w 513348"/>
                  <a:gd name="connsiteY16" fmla="*/ 378890 h 491956"/>
                  <a:gd name="connsiteX17" fmla="*/ 428762 w 513348"/>
                  <a:gd name="connsiteY17" fmla="*/ 409781 h 491956"/>
                  <a:gd name="connsiteX18" fmla="*/ 423243 w 513348"/>
                  <a:gd name="connsiteY18" fmla="*/ 442167 h 491956"/>
                  <a:gd name="connsiteX19" fmla="*/ 402472 w 513348"/>
                  <a:gd name="connsiteY19" fmla="*/ 467609 h 491956"/>
                  <a:gd name="connsiteX20" fmla="*/ 371857 w 513348"/>
                  <a:gd name="connsiteY20" fmla="*/ 479480 h 491956"/>
                  <a:gd name="connsiteX21" fmla="*/ 339375 w 513348"/>
                  <a:gd name="connsiteY21" fmla="*/ 474693 h 491956"/>
                  <a:gd name="connsiteX22" fmla="*/ 313483 w 513348"/>
                  <a:gd name="connsiteY22" fmla="*/ 454487 h 491956"/>
                  <a:gd name="connsiteX23" fmla="*/ 300932 w 513348"/>
                  <a:gd name="connsiteY23" fmla="*/ 424129 h 491956"/>
                  <a:gd name="connsiteX24" fmla="*/ 208061 w 513348"/>
                  <a:gd name="connsiteY24" fmla="*/ 424129 h 491956"/>
                  <a:gd name="connsiteX25" fmla="*/ 195477 w 513348"/>
                  <a:gd name="connsiteY25" fmla="*/ 454480 h 491956"/>
                  <a:gd name="connsiteX26" fmla="*/ 169560 w 513348"/>
                  <a:gd name="connsiteY26" fmla="*/ 474655 h 491956"/>
                  <a:gd name="connsiteX27" fmla="*/ 137065 w 513348"/>
                  <a:gd name="connsiteY27" fmla="*/ 479410 h 491956"/>
                  <a:gd name="connsiteX28" fmla="*/ 106463 w 513348"/>
                  <a:gd name="connsiteY28" fmla="*/ 467487 h 491956"/>
                  <a:gd name="connsiteX29" fmla="*/ 85724 w 513348"/>
                  <a:gd name="connsiteY29" fmla="*/ 442013 h 491956"/>
                  <a:gd name="connsiteX30" fmla="*/ 80257 w 513348"/>
                  <a:gd name="connsiteY30" fmla="*/ 409607 h 491956"/>
                  <a:gd name="connsiteX31" fmla="*/ 91486 w 513348"/>
                  <a:gd name="connsiteY31" fmla="*/ 378730 h 491956"/>
                  <a:gd name="connsiteX32" fmla="*/ 116480 w 513348"/>
                  <a:gd name="connsiteY32" fmla="*/ 357419 h 491956"/>
                  <a:gd name="connsiteX33" fmla="*/ 87822 w 513348"/>
                  <a:gd name="connsiteY33" fmla="*/ 269177 h 491956"/>
                  <a:gd name="connsiteX34" fmla="*/ 76131 w 513348"/>
                  <a:gd name="connsiteY34" fmla="*/ 270231 h 491956"/>
                  <a:gd name="connsiteX35" fmla="*/ 45599 w 513348"/>
                  <a:gd name="connsiteY35" fmla="*/ 262475 h 491956"/>
                  <a:gd name="connsiteX36" fmla="*/ 22396 w 513348"/>
                  <a:gd name="connsiteY36" fmla="*/ 241171 h 491956"/>
                  <a:gd name="connsiteX37" fmla="*/ 12046 w 513348"/>
                  <a:gd name="connsiteY37" fmla="*/ 211406 h 491956"/>
                  <a:gd name="connsiteX38" fmla="*/ 17032 w 513348"/>
                  <a:gd name="connsiteY38" fmla="*/ 180289 h 491956"/>
                  <a:gd name="connsiteX39" fmla="*/ 36160 w 513348"/>
                  <a:gd name="connsiteY39" fmla="*/ 155252 h 491956"/>
                  <a:gd name="connsiteX40" fmla="*/ 64856 w 513348"/>
                  <a:gd name="connsiteY40" fmla="*/ 142274 h 491956"/>
                  <a:gd name="connsiteX41" fmla="*/ 96279 w 513348"/>
                  <a:gd name="connsiteY41" fmla="*/ 144455 h 491956"/>
                  <a:gd name="connsiteX42" fmla="*/ 122916 w 513348"/>
                  <a:gd name="connsiteY42" fmla="*/ 161273 h 491956"/>
                  <a:gd name="connsiteX43" fmla="*/ 197890 w 513348"/>
                  <a:gd name="connsiteY43" fmla="*/ 106735 h 491956"/>
                  <a:gd name="connsiteX44" fmla="*/ 190216 w 513348"/>
                  <a:gd name="connsiteY44" fmla="*/ 74740 h 491956"/>
                  <a:gd name="connsiteX45" fmla="*/ 199315 w 513348"/>
                  <a:gd name="connsiteY45" fmla="*/ 43122 h 491956"/>
                  <a:gd name="connsiteX46" fmla="*/ 222826 w 513348"/>
                  <a:gd name="connsiteY46" fmla="*/ 20113 h 491956"/>
                  <a:gd name="connsiteX47" fmla="*/ 254615 w 513348"/>
                  <a:gd name="connsiteY47" fmla="*/ 11704 h 491956"/>
                  <a:gd name="connsiteX48" fmla="*/ 254615 w 513348"/>
                  <a:gd name="connsiteY48" fmla="*/ 0 h 491956"/>
                  <a:gd name="connsiteX49" fmla="*/ 200816 w 513348"/>
                  <a:gd name="connsiteY49" fmla="*/ 22274 h 491956"/>
                  <a:gd name="connsiteX50" fmla="*/ 178473 w 513348"/>
                  <a:gd name="connsiteY50" fmla="*/ 76072 h 491956"/>
                  <a:gd name="connsiteX51" fmla="*/ 183382 w 513348"/>
                  <a:gd name="connsiteY51" fmla="*/ 102873 h 491956"/>
                  <a:gd name="connsiteX52" fmla="*/ 123615 w 513348"/>
                  <a:gd name="connsiteY52" fmla="*/ 146175 h 491956"/>
                  <a:gd name="connsiteX53" fmla="*/ 90986 w 513348"/>
                  <a:gd name="connsiteY53" fmla="*/ 131017 h 491956"/>
                  <a:gd name="connsiteX54" fmla="*/ 55038 w 513348"/>
                  <a:gd name="connsiteY54" fmla="*/ 132542 h 491956"/>
                  <a:gd name="connsiteX55" fmla="*/ 23808 w 513348"/>
                  <a:gd name="connsiteY55" fmla="*/ 150410 h 491956"/>
                  <a:gd name="connsiteX56" fmla="*/ 4255 w 513348"/>
                  <a:gd name="connsiteY56" fmla="*/ 180632 h 491956"/>
                  <a:gd name="connsiteX57" fmla="*/ 758 w 513348"/>
                  <a:gd name="connsiteY57" fmla="*/ 216460 h 491956"/>
                  <a:gd name="connsiteX58" fmla="*/ 14086 w 513348"/>
                  <a:gd name="connsiteY58" fmla="*/ 249896 h 491956"/>
                  <a:gd name="connsiteX59" fmla="*/ 41274 w 513348"/>
                  <a:gd name="connsiteY59" fmla="*/ 273475 h 491956"/>
                  <a:gd name="connsiteX60" fmla="*/ 76246 w 513348"/>
                  <a:gd name="connsiteY60" fmla="*/ 281934 h 491956"/>
                  <a:gd name="connsiteX61" fmla="*/ 79634 w 513348"/>
                  <a:gd name="connsiteY61" fmla="*/ 281934 h 491956"/>
                  <a:gd name="connsiteX62" fmla="*/ 103030 w 513348"/>
                  <a:gd name="connsiteY62" fmla="*/ 352158 h 491956"/>
                  <a:gd name="connsiteX63" fmla="*/ 78415 w 513348"/>
                  <a:gd name="connsiteY63" fmla="*/ 378852 h 491956"/>
                  <a:gd name="connsiteX64" fmla="*/ 68976 w 513348"/>
                  <a:gd name="connsiteY64" fmla="*/ 413920 h 491956"/>
                  <a:gd name="connsiteX65" fmla="*/ 76869 w 513348"/>
                  <a:gd name="connsiteY65" fmla="*/ 449373 h 491956"/>
                  <a:gd name="connsiteX66" fmla="*/ 100284 w 513348"/>
                  <a:gd name="connsiteY66" fmla="*/ 477125 h 491956"/>
                  <a:gd name="connsiteX67" fmla="*/ 133895 w 513348"/>
                  <a:gd name="connsiteY67" fmla="*/ 490851 h 491956"/>
                  <a:gd name="connsiteX68" fmla="*/ 170028 w 513348"/>
                  <a:gd name="connsiteY68" fmla="*/ 487418 h 491956"/>
                  <a:gd name="connsiteX69" fmla="*/ 200457 w 513348"/>
                  <a:gd name="connsiteY69" fmla="*/ 467616 h 491956"/>
                  <a:gd name="connsiteX70" fmla="*/ 218238 w 513348"/>
                  <a:gd name="connsiteY70" fmla="*/ 435949 h 491956"/>
                  <a:gd name="connsiteX71" fmla="*/ 291929 w 513348"/>
                  <a:gd name="connsiteY71" fmla="*/ 435949 h 491956"/>
                  <a:gd name="connsiteX72" fmla="*/ 309678 w 513348"/>
                  <a:gd name="connsiteY72" fmla="*/ 467744 h 491956"/>
                  <a:gd name="connsiteX73" fmla="*/ 340152 w 513348"/>
                  <a:gd name="connsiteY73" fmla="*/ 487662 h 491956"/>
                  <a:gd name="connsiteX74" fmla="*/ 376381 w 513348"/>
                  <a:gd name="connsiteY74" fmla="*/ 491153 h 491956"/>
                  <a:gd name="connsiteX75" fmla="*/ 410089 w 513348"/>
                  <a:gd name="connsiteY75" fmla="*/ 477421 h 491956"/>
                  <a:gd name="connsiteX76" fmla="*/ 433581 w 513348"/>
                  <a:gd name="connsiteY76" fmla="*/ 449597 h 491956"/>
                  <a:gd name="connsiteX77" fmla="*/ 441473 w 513348"/>
                  <a:gd name="connsiteY77" fmla="*/ 414041 h 491956"/>
                  <a:gd name="connsiteX78" fmla="*/ 431977 w 513348"/>
                  <a:gd name="connsiteY78" fmla="*/ 378884 h 491956"/>
                  <a:gd name="connsiteX79" fmla="*/ 407253 w 513348"/>
                  <a:gd name="connsiteY79" fmla="*/ 352158 h 491956"/>
                  <a:gd name="connsiteX80" fmla="*/ 430648 w 513348"/>
                  <a:gd name="connsiteY80" fmla="*/ 281934 h 491956"/>
                  <a:gd name="connsiteX81" fmla="*/ 432984 w 513348"/>
                  <a:gd name="connsiteY81" fmla="*/ 281934 h 491956"/>
                  <a:gd name="connsiteX82" fmla="*/ 463393 w 513348"/>
                  <a:gd name="connsiteY82" fmla="*/ 277403 h 491956"/>
                  <a:gd name="connsiteX83" fmla="*/ 489536 w 513348"/>
                  <a:gd name="connsiteY83" fmla="*/ 261208 h 491956"/>
                  <a:gd name="connsiteX84" fmla="*/ 507143 w 513348"/>
                  <a:gd name="connsiteY84" fmla="*/ 235991 h 491956"/>
                  <a:gd name="connsiteX85" fmla="*/ 513349 w 513348"/>
                  <a:gd name="connsiteY85" fmla="*/ 205863 h 491956"/>
                  <a:gd name="connsiteX86" fmla="*/ 507143 w 513348"/>
                  <a:gd name="connsiteY86" fmla="*/ 175734 h 491956"/>
                  <a:gd name="connsiteX87" fmla="*/ 489536 w 513348"/>
                  <a:gd name="connsiteY87" fmla="*/ 150517 h 491956"/>
                  <a:gd name="connsiteX88" fmla="*/ 463393 w 513348"/>
                  <a:gd name="connsiteY88" fmla="*/ 134322 h 491956"/>
                  <a:gd name="connsiteX89" fmla="*/ 432984 w 513348"/>
                  <a:gd name="connsiteY89" fmla="*/ 129791 h 491956"/>
                  <a:gd name="connsiteX90" fmla="*/ 385615 w 513348"/>
                  <a:gd name="connsiteY90" fmla="*/ 146409 h 491956"/>
                  <a:gd name="connsiteX91" fmla="*/ 325964 w 513348"/>
                  <a:gd name="connsiteY91" fmla="*/ 103107 h 491956"/>
                  <a:gd name="connsiteX92" fmla="*/ 330757 w 513348"/>
                  <a:gd name="connsiteY92" fmla="*/ 76306 h 491956"/>
                  <a:gd name="connsiteX93" fmla="*/ 324995 w 513348"/>
                  <a:gd name="connsiteY93" fmla="*/ 47114 h 491956"/>
                  <a:gd name="connsiteX94" fmla="*/ 308497 w 513348"/>
                  <a:gd name="connsiteY94" fmla="*/ 22357 h 491956"/>
                  <a:gd name="connsiteX95" fmla="*/ 283780 w 513348"/>
                  <a:gd name="connsiteY95" fmla="*/ 5811 h 491956"/>
                  <a:gd name="connsiteX96" fmla="*/ 254615 w 513348"/>
                  <a:gd name="connsiteY96" fmla="*/ 0 h 491956"/>
                  <a:gd name="connsiteX97" fmla="*/ 254615 w 513348"/>
                  <a:gd name="connsiteY97" fmla="*/ 0 h 49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13348" h="491956">
                    <a:moveTo>
                      <a:pt x="254615" y="11704"/>
                    </a:moveTo>
                    <a:cubicBezTo>
                      <a:pt x="265748" y="11729"/>
                      <a:pt x="276689" y="14641"/>
                      <a:pt x="286366" y="20157"/>
                    </a:cubicBezTo>
                    <a:cubicBezTo>
                      <a:pt x="296042" y="25671"/>
                      <a:pt x="304127" y="33601"/>
                      <a:pt x="309826" y="43172"/>
                    </a:cubicBezTo>
                    <a:cubicBezTo>
                      <a:pt x="315530" y="52743"/>
                      <a:pt x="318655" y="63629"/>
                      <a:pt x="318899" y="74769"/>
                    </a:cubicBezTo>
                    <a:cubicBezTo>
                      <a:pt x="319143" y="85909"/>
                      <a:pt x="316499" y="96922"/>
                      <a:pt x="311224" y="106735"/>
                    </a:cubicBezTo>
                    <a:lnTo>
                      <a:pt x="386199" y="161273"/>
                    </a:lnTo>
                    <a:cubicBezTo>
                      <a:pt x="393546" y="153584"/>
                      <a:pt x="402677" y="147836"/>
                      <a:pt x="412784" y="144542"/>
                    </a:cubicBezTo>
                    <a:cubicBezTo>
                      <a:pt x="422890" y="141248"/>
                      <a:pt x="433658" y="140511"/>
                      <a:pt x="444117" y="142398"/>
                    </a:cubicBezTo>
                    <a:cubicBezTo>
                      <a:pt x="454577" y="144284"/>
                      <a:pt x="464407" y="148734"/>
                      <a:pt x="472730" y="155350"/>
                    </a:cubicBezTo>
                    <a:cubicBezTo>
                      <a:pt x="481053" y="161967"/>
                      <a:pt x="487604" y="170544"/>
                      <a:pt x="491801" y="180313"/>
                    </a:cubicBezTo>
                    <a:cubicBezTo>
                      <a:pt x="496004" y="190084"/>
                      <a:pt x="497717" y="200742"/>
                      <a:pt x="496793" y="211337"/>
                    </a:cubicBezTo>
                    <a:cubicBezTo>
                      <a:pt x="495869" y="221932"/>
                      <a:pt x="492340" y="232134"/>
                      <a:pt x="486513" y="241029"/>
                    </a:cubicBezTo>
                    <a:cubicBezTo>
                      <a:pt x="480687" y="249924"/>
                      <a:pt x="472749" y="257236"/>
                      <a:pt x="463406" y="262311"/>
                    </a:cubicBezTo>
                    <a:cubicBezTo>
                      <a:pt x="454070" y="267387"/>
                      <a:pt x="443617" y="270068"/>
                      <a:pt x="432984" y="270114"/>
                    </a:cubicBezTo>
                    <a:cubicBezTo>
                      <a:pt x="429063" y="270168"/>
                      <a:pt x="425149" y="269855"/>
                      <a:pt x="421293" y="269177"/>
                    </a:cubicBezTo>
                    <a:lnTo>
                      <a:pt x="392635" y="357541"/>
                    </a:lnTo>
                    <a:cubicBezTo>
                      <a:pt x="402658" y="362373"/>
                      <a:pt x="411257" y="369733"/>
                      <a:pt x="417584" y="378890"/>
                    </a:cubicBezTo>
                    <a:cubicBezTo>
                      <a:pt x="423917" y="388047"/>
                      <a:pt x="427767" y="398692"/>
                      <a:pt x="428762" y="409781"/>
                    </a:cubicBezTo>
                    <a:cubicBezTo>
                      <a:pt x="429750" y="420869"/>
                      <a:pt x="427851" y="432028"/>
                      <a:pt x="423243" y="442167"/>
                    </a:cubicBezTo>
                    <a:cubicBezTo>
                      <a:pt x="418636" y="452305"/>
                      <a:pt x="411475" y="461071"/>
                      <a:pt x="402472" y="467609"/>
                    </a:cubicBezTo>
                    <a:cubicBezTo>
                      <a:pt x="393463" y="474148"/>
                      <a:pt x="382913" y="478242"/>
                      <a:pt x="371857" y="479480"/>
                    </a:cubicBezTo>
                    <a:cubicBezTo>
                      <a:pt x="360801" y="480725"/>
                      <a:pt x="349604" y="479070"/>
                      <a:pt x="339375" y="474693"/>
                    </a:cubicBezTo>
                    <a:cubicBezTo>
                      <a:pt x="329147" y="470311"/>
                      <a:pt x="320221" y="463349"/>
                      <a:pt x="313483" y="454487"/>
                    </a:cubicBezTo>
                    <a:cubicBezTo>
                      <a:pt x="306745" y="445625"/>
                      <a:pt x="302421" y="435166"/>
                      <a:pt x="300932" y="424129"/>
                    </a:cubicBezTo>
                    <a:lnTo>
                      <a:pt x="208061" y="424129"/>
                    </a:lnTo>
                    <a:cubicBezTo>
                      <a:pt x="206566" y="435166"/>
                      <a:pt x="202228" y="445625"/>
                      <a:pt x="195477" y="454480"/>
                    </a:cubicBezTo>
                    <a:cubicBezTo>
                      <a:pt x="188727" y="463336"/>
                      <a:pt x="179795" y="470292"/>
                      <a:pt x="169560" y="474655"/>
                    </a:cubicBezTo>
                    <a:cubicBezTo>
                      <a:pt x="159319" y="479025"/>
                      <a:pt x="148121" y="480661"/>
                      <a:pt x="137065" y="479410"/>
                    </a:cubicBezTo>
                    <a:cubicBezTo>
                      <a:pt x="126002" y="478152"/>
                      <a:pt x="115459" y="474045"/>
                      <a:pt x="106463" y="467487"/>
                    </a:cubicBezTo>
                    <a:cubicBezTo>
                      <a:pt x="97460" y="460936"/>
                      <a:pt x="90318" y="452158"/>
                      <a:pt x="85724" y="442013"/>
                    </a:cubicBezTo>
                    <a:cubicBezTo>
                      <a:pt x="81129" y="431868"/>
                      <a:pt x="79249" y="420702"/>
                      <a:pt x="80257" y="409607"/>
                    </a:cubicBezTo>
                    <a:cubicBezTo>
                      <a:pt x="81264" y="398519"/>
                      <a:pt x="85133" y="387880"/>
                      <a:pt x="91486" y="378730"/>
                    </a:cubicBezTo>
                    <a:cubicBezTo>
                      <a:pt x="97832" y="369586"/>
                      <a:pt x="106444" y="362238"/>
                      <a:pt x="116480" y="357419"/>
                    </a:cubicBezTo>
                    <a:lnTo>
                      <a:pt x="87822" y="269177"/>
                    </a:lnTo>
                    <a:cubicBezTo>
                      <a:pt x="83966" y="269894"/>
                      <a:pt x="80051" y="270247"/>
                      <a:pt x="76131" y="270231"/>
                    </a:cubicBezTo>
                    <a:cubicBezTo>
                      <a:pt x="65466" y="270212"/>
                      <a:pt x="54981" y="267547"/>
                      <a:pt x="45599" y="262475"/>
                    </a:cubicBezTo>
                    <a:cubicBezTo>
                      <a:pt x="36224" y="257403"/>
                      <a:pt x="28248" y="250084"/>
                      <a:pt x="22396" y="241171"/>
                    </a:cubicBezTo>
                    <a:cubicBezTo>
                      <a:pt x="16537" y="232258"/>
                      <a:pt x="12982" y="222031"/>
                      <a:pt x="12046" y="211406"/>
                    </a:cubicBezTo>
                    <a:cubicBezTo>
                      <a:pt x="11109" y="200781"/>
                      <a:pt x="12822" y="190090"/>
                      <a:pt x="17032" y="180289"/>
                    </a:cubicBezTo>
                    <a:cubicBezTo>
                      <a:pt x="21241" y="170490"/>
                      <a:pt x="27812" y="161887"/>
                      <a:pt x="36160" y="155252"/>
                    </a:cubicBezTo>
                    <a:cubicBezTo>
                      <a:pt x="44508" y="148618"/>
                      <a:pt x="54365" y="144159"/>
                      <a:pt x="64856" y="142274"/>
                    </a:cubicBezTo>
                    <a:cubicBezTo>
                      <a:pt x="75354" y="140390"/>
                      <a:pt x="86147" y="141139"/>
                      <a:pt x="96279" y="144455"/>
                    </a:cubicBezTo>
                    <a:cubicBezTo>
                      <a:pt x="106412" y="147770"/>
                      <a:pt x="115562" y="153549"/>
                      <a:pt x="122916" y="161273"/>
                    </a:cubicBezTo>
                    <a:lnTo>
                      <a:pt x="197890" y="106735"/>
                    </a:lnTo>
                    <a:cubicBezTo>
                      <a:pt x="192609" y="96913"/>
                      <a:pt x="189965" y="85889"/>
                      <a:pt x="190216" y="74740"/>
                    </a:cubicBezTo>
                    <a:cubicBezTo>
                      <a:pt x="190466" y="63590"/>
                      <a:pt x="193604" y="52696"/>
                      <a:pt x="199315" y="43122"/>
                    </a:cubicBezTo>
                    <a:cubicBezTo>
                      <a:pt x="205032" y="33547"/>
                      <a:pt x="213130" y="25620"/>
                      <a:pt x="222826" y="20113"/>
                    </a:cubicBezTo>
                    <a:cubicBezTo>
                      <a:pt x="232515" y="14607"/>
                      <a:pt x="243469" y="11709"/>
                      <a:pt x="254615" y="11704"/>
                    </a:cubicBezTo>
                    <a:close/>
                    <a:moveTo>
                      <a:pt x="254615" y="0"/>
                    </a:moveTo>
                    <a:cubicBezTo>
                      <a:pt x="234441" y="0"/>
                      <a:pt x="215094" y="8011"/>
                      <a:pt x="200816" y="22274"/>
                    </a:cubicBezTo>
                    <a:cubicBezTo>
                      <a:pt x="186539" y="36537"/>
                      <a:pt x="178505" y="55886"/>
                      <a:pt x="178473" y="76072"/>
                    </a:cubicBezTo>
                    <a:cubicBezTo>
                      <a:pt x="178460" y="85231"/>
                      <a:pt x="180128" y="94314"/>
                      <a:pt x="183382" y="102873"/>
                    </a:cubicBezTo>
                    <a:lnTo>
                      <a:pt x="123615" y="146175"/>
                    </a:lnTo>
                    <a:cubicBezTo>
                      <a:pt x="114105" y="138587"/>
                      <a:pt x="102914" y="133389"/>
                      <a:pt x="90986" y="131017"/>
                    </a:cubicBezTo>
                    <a:cubicBezTo>
                      <a:pt x="79050" y="128645"/>
                      <a:pt x="66723" y="129168"/>
                      <a:pt x="55038" y="132542"/>
                    </a:cubicBezTo>
                    <a:cubicBezTo>
                      <a:pt x="43347" y="135916"/>
                      <a:pt x="32637" y="142043"/>
                      <a:pt x="23808" y="150410"/>
                    </a:cubicBezTo>
                    <a:cubicBezTo>
                      <a:pt x="14972" y="158777"/>
                      <a:pt x="8266" y="169140"/>
                      <a:pt x="4255" y="180632"/>
                    </a:cubicBezTo>
                    <a:cubicBezTo>
                      <a:pt x="245" y="192123"/>
                      <a:pt x="-955" y="204409"/>
                      <a:pt x="758" y="216460"/>
                    </a:cubicBezTo>
                    <a:cubicBezTo>
                      <a:pt x="2472" y="228511"/>
                      <a:pt x="7040" y="239976"/>
                      <a:pt x="14086" y="249896"/>
                    </a:cubicBezTo>
                    <a:cubicBezTo>
                      <a:pt x="21138" y="259816"/>
                      <a:pt x="30462" y="267902"/>
                      <a:pt x="41274" y="273475"/>
                    </a:cubicBezTo>
                    <a:cubicBezTo>
                      <a:pt x="52087" y="279050"/>
                      <a:pt x="64080" y="281950"/>
                      <a:pt x="76246" y="281934"/>
                    </a:cubicBezTo>
                    <a:lnTo>
                      <a:pt x="79634" y="281934"/>
                    </a:lnTo>
                    <a:lnTo>
                      <a:pt x="103030" y="352158"/>
                    </a:lnTo>
                    <a:cubicBezTo>
                      <a:pt x="92789" y="358934"/>
                      <a:pt x="84344" y="368091"/>
                      <a:pt x="78415" y="378852"/>
                    </a:cubicBezTo>
                    <a:cubicBezTo>
                      <a:pt x="72486" y="389606"/>
                      <a:pt x="69245" y="401638"/>
                      <a:pt x="68976" y="413920"/>
                    </a:cubicBezTo>
                    <a:cubicBezTo>
                      <a:pt x="68706" y="426201"/>
                      <a:pt x="71414" y="438368"/>
                      <a:pt x="76869" y="449373"/>
                    </a:cubicBezTo>
                    <a:cubicBezTo>
                      <a:pt x="82316" y="460384"/>
                      <a:pt x="90350" y="469907"/>
                      <a:pt x="100284" y="477125"/>
                    </a:cubicBezTo>
                    <a:cubicBezTo>
                      <a:pt x="110217" y="484351"/>
                      <a:pt x="121748" y="489061"/>
                      <a:pt x="133895" y="490851"/>
                    </a:cubicBezTo>
                    <a:cubicBezTo>
                      <a:pt x="146036" y="492641"/>
                      <a:pt x="158439" y="491467"/>
                      <a:pt x="170028" y="487418"/>
                    </a:cubicBezTo>
                    <a:cubicBezTo>
                      <a:pt x="181623" y="483375"/>
                      <a:pt x="192064" y="476580"/>
                      <a:pt x="200457" y="467616"/>
                    </a:cubicBezTo>
                    <a:cubicBezTo>
                      <a:pt x="208850" y="458651"/>
                      <a:pt x="214953" y="447788"/>
                      <a:pt x="218238" y="435949"/>
                    </a:cubicBezTo>
                    <a:lnTo>
                      <a:pt x="291929" y="435949"/>
                    </a:lnTo>
                    <a:cubicBezTo>
                      <a:pt x="295189" y="447826"/>
                      <a:pt x="301278" y="458741"/>
                      <a:pt x="309678" y="467744"/>
                    </a:cubicBezTo>
                    <a:cubicBezTo>
                      <a:pt x="318078" y="476753"/>
                      <a:pt x="328531" y="483587"/>
                      <a:pt x="340152" y="487662"/>
                    </a:cubicBezTo>
                    <a:cubicBezTo>
                      <a:pt x="351766" y="491743"/>
                      <a:pt x="364202" y="492937"/>
                      <a:pt x="376381" y="491153"/>
                    </a:cubicBezTo>
                    <a:cubicBezTo>
                      <a:pt x="388560" y="489369"/>
                      <a:pt x="400130" y="484659"/>
                      <a:pt x="410089" y="477421"/>
                    </a:cubicBezTo>
                    <a:cubicBezTo>
                      <a:pt x="420054" y="470182"/>
                      <a:pt x="428114" y="460634"/>
                      <a:pt x="433581" y="449597"/>
                    </a:cubicBezTo>
                    <a:cubicBezTo>
                      <a:pt x="439042" y="438560"/>
                      <a:pt x="441756" y="426355"/>
                      <a:pt x="441473" y="414041"/>
                    </a:cubicBezTo>
                    <a:cubicBezTo>
                      <a:pt x="441198" y="401728"/>
                      <a:pt x="437938" y="389664"/>
                      <a:pt x="431977" y="378884"/>
                    </a:cubicBezTo>
                    <a:cubicBezTo>
                      <a:pt x="426015" y="368103"/>
                      <a:pt x="417532" y="358934"/>
                      <a:pt x="407253" y="352158"/>
                    </a:cubicBezTo>
                    <a:lnTo>
                      <a:pt x="430648" y="281934"/>
                    </a:lnTo>
                    <a:lnTo>
                      <a:pt x="432984" y="281934"/>
                    </a:lnTo>
                    <a:cubicBezTo>
                      <a:pt x="443322" y="282509"/>
                      <a:pt x="453672" y="280967"/>
                      <a:pt x="463393" y="277403"/>
                    </a:cubicBezTo>
                    <a:cubicBezTo>
                      <a:pt x="473115" y="273839"/>
                      <a:pt x="482009" y="268329"/>
                      <a:pt x="489536" y="261208"/>
                    </a:cubicBezTo>
                    <a:cubicBezTo>
                      <a:pt x="497056" y="254088"/>
                      <a:pt x="503050" y="245508"/>
                      <a:pt x="507143" y="235991"/>
                    </a:cubicBezTo>
                    <a:cubicBezTo>
                      <a:pt x="511237" y="226475"/>
                      <a:pt x="513349" y="216223"/>
                      <a:pt x="513349" y="205863"/>
                    </a:cubicBezTo>
                    <a:cubicBezTo>
                      <a:pt x="513349" y="195502"/>
                      <a:pt x="511237" y="185250"/>
                      <a:pt x="507143" y="175734"/>
                    </a:cubicBezTo>
                    <a:cubicBezTo>
                      <a:pt x="503050" y="166217"/>
                      <a:pt x="497056" y="157637"/>
                      <a:pt x="489536" y="150517"/>
                    </a:cubicBezTo>
                    <a:cubicBezTo>
                      <a:pt x="482009" y="143396"/>
                      <a:pt x="473115" y="137886"/>
                      <a:pt x="463393" y="134322"/>
                    </a:cubicBezTo>
                    <a:cubicBezTo>
                      <a:pt x="453672" y="130759"/>
                      <a:pt x="443322" y="129217"/>
                      <a:pt x="432984" y="129791"/>
                    </a:cubicBezTo>
                    <a:cubicBezTo>
                      <a:pt x="415761" y="129748"/>
                      <a:pt x="399045" y="135614"/>
                      <a:pt x="385615" y="146409"/>
                    </a:cubicBezTo>
                    <a:lnTo>
                      <a:pt x="325964" y="103107"/>
                    </a:lnTo>
                    <a:cubicBezTo>
                      <a:pt x="329134" y="94526"/>
                      <a:pt x="330757" y="85453"/>
                      <a:pt x="330757" y="76306"/>
                    </a:cubicBezTo>
                    <a:cubicBezTo>
                      <a:pt x="330777" y="66291"/>
                      <a:pt x="328819" y="56371"/>
                      <a:pt x="324995" y="47114"/>
                    </a:cubicBezTo>
                    <a:cubicBezTo>
                      <a:pt x="321177" y="37857"/>
                      <a:pt x="315569" y="29444"/>
                      <a:pt x="308497" y="22357"/>
                    </a:cubicBezTo>
                    <a:cubicBezTo>
                      <a:pt x="301426" y="15270"/>
                      <a:pt x="293026" y="9647"/>
                      <a:pt x="283780" y="5811"/>
                    </a:cubicBezTo>
                    <a:cubicBezTo>
                      <a:pt x="274533" y="1974"/>
                      <a:pt x="264625" y="0"/>
                      <a:pt x="254615" y="0"/>
                    </a:cubicBezTo>
                    <a:lnTo>
                      <a:pt x="254615" y="0"/>
                    </a:lnTo>
                    <a:close/>
                  </a:path>
                </a:pathLst>
              </a:custGeom>
              <a:solidFill>
                <a:srgbClr val="FFFFFF"/>
              </a:solidFill>
              <a:ln w="6417"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05D578EC-5FDD-82B8-6527-345976E3F7F7}"/>
                  </a:ext>
                </a:extLst>
              </p:cNvPr>
              <p:cNvSpPr/>
              <p:nvPr/>
            </p:nvSpPr>
            <p:spPr>
              <a:xfrm>
                <a:off x="1141440" y="1615795"/>
                <a:ext cx="489239" cy="468227"/>
              </a:xfrm>
              <a:custGeom>
                <a:avLst/>
                <a:gdLst>
                  <a:gd name="connsiteX0" fmla="*/ 420913 w 489239"/>
                  <a:gd name="connsiteY0" fmla="*/ 129722 h 468227"/>
                  <a:gd name="connsiteX1" fmla="*/ 395457 w 489239"/>
                  <a:gd name="connsiteY1" fmla="*/ 134903 h 468227"/>
                  <a:gd name="connsiteX2" fmla="*/ 374127 w 489239"/>
                  <a:gd name="connsiteY2" fmla="*/ 149734 h 468227"/>
                  <a:gd name="connsiteX3" fmla="*/ 299153 w 489239"/>
                  <a:gd name="connsiteY3" fmla="*/ 95197 h 468227"/>
                  <a:gd name="connsiteX4" fmla="*/ 306917 w 489239"/>
                  <a:gd name="connsiteY4" fmla="*/ 63170 h 468227"/>
                  <a:gd name="connsiteX5" fmla="*/ 297857 w 489239"/>
                  <a:gd name="connsiteY5" fmla="*/ 31486 h 468227"/>
                  <a:gd name="connsiteX6" fmla="*/ 274326 w 489239"/>
                  <a:gd name="connsiteY6" fmla="*/ 8421 h 468227"/>
                  <a:gd name="connsiteX7" fmla="*/ 242486 w 489239"/>
                  <a:gd name="connsiteY7" fmla="*/ 0 h 468227"/>
                  <a:gd name="connsiteX8" fmla="*/ 210639 w 489239"/>
                  <a:gd name="connsiteY8" fmla="*/ 8421 h 468227"/>
                  <a:gd name="connsiteX9" fmla="*/ 187115 w 489239"/>
                  <a:gd name="connsiteY9" fmla="*/ 31486 h 468227"/>
                  <a:gd name="connsiteX10" fmla="*/ 178048 w 489239"/>
                  <a:gd name="connsiteY10" fmla="*/ 63170 h 468227"/>
                  <a:gd name="connsiteX11" fmla="*/ 185812 w 489239"/>
                  <a:gd name="connsiteY11" fmla="*/ 95197 h 468227"/>
                  <a:gd name="connsiteX12" fmla="*/ 110722 w 489239"/>
                  <a:gd name="connsiteY12" fmla="*/ 149734 h 468227"/>
                  <a:gd name="connsiteX13" fmla="*/ 84131 w 489239"/>
                  <a:gd name="connsiteY13" fmla="*/ 133082 h 468227"/>
                  <a:gd name="connsiteX14" fmla="*/ 52830 w 489239"/>
                  <a:gd name="connsiteY14" fmla="*/ 130994 h 468227"/>
                  <a:gd name="connsiteX15" fmla="*/ 24262 w 489239"/>
                  <a:gd name="connsiteY15" fmla="*/ 143967 h 468227"/>
                  <a:gd name="connsiteX16" fmla="*/ 5223 w 489239"/>
                  <a:gd name="connsiteY16" fmla="*/ 168916 h 468227"/>
                  <a:gd name="connsiteX17" fmla="*/ 244 w 489239"/>
                  <a:gd name="connsiteY17" fmla="*/ 199908 h 468227"/>
                  <a:gd name="connsiteX18" fmla="*/ 10504 w 489239"/>
                  <a:gd name="connsiteY18" fmla="*/ 229571 h 468227"/>
                  <a:gd name="connsiteX19" fmla="*/ 33560 w 489239"/>
                  <a:gd name="connsiteY19" fmla="*/ 250854 h 468227"/>
                  <a:gd name="connsiteX20" fmla="*/ 63937 w 489239"/>
                  <a:gd name="connsiteY20" fmla="*/ 258693 h 468227"/>
                  <a:gd name="connsiteX21" fmla="*/ 75635 w 489239"/>
                  <a:gd name="connsiteY21" fmla="*/ 257640 h 468227"/>
                  <a:gd name="connsiteX22" fmla="*/ 104293 w 489239"/>
                  <a:gd name="connsiteY22" fmla="*/ 345767 h 468227"/>
                  <a:gd name="connsiteX23" fmla="*/ 79293 w 489239"/>
                  <a:gd name="connsiteY23" fmla="*/ 367077 h 468227"/>
                  <a:gd name="connsiteX24" fmla="*/ 68063 w 489239"/>
                  <a:gd name="connsiteY24" fmla="*/ 397955 h 468227"/>
                  <a:gd name="connsiteX25" fmla="*/ 73530 w 489239"/>
                  <a:gd name="connsiteY25" fmla="*/ 430354 h 468227"/>
                  <a:gd name="connsiteX26" fmla="*/ 94270 w 489239"/>
                  <a:gd name="connsiteY26" fmla="*/ 455835 h 468227"/>
                  <a:gd name="connsiteX27" fmla="*/ 124872 w 489239"/>
                  <a:gd name="connsiteY27" fmla="*/ 467751 h 468227"/>
                  <a:gd name="connsiteX28" fmla="*/ 157367 w 489239"/>
                  <a:gd name="connsiteY28" fmla="*/ 463003 h 468227"/>
                  <a:gd name="connsiteX29" fmla="*/ 183284 w 489239"/>
                  <a:gd name="connsiteY29" fmla="*/ 442822 h 468227"/>
                  <a:gd name="connsiteX30" fmla="*/ 195874 w 489239"/>
                  <a:gd name="connsiteY30" fmla="*/ 412476 h 468227"/>
                  <a:gd name="connsiteX31" fmla="*/ 288745 w 489239"/>
                  <a:gd name="connsiteY31" fmla="*/ 412476 h 468227"/>
                  <a:gd name="connsiteX32" fmla="*/ 301296 w 489239"/>
                  <a:gd name="connsiteY32" fmla="*/ 442835 h 468227"/>
                  <a:gd name="connsiteX33" fmla="*/ 327188 w 489239"/>
                  <a:gd name="connsiteY33" fmla="*/ 463035 h 468227"/>
                  <a:gd name="connsiteX34" fmla="*/ 359670 w 489239"/>
                  <a:gd name="connsiteY34" fmla="*/ 467828 h 468227"/>
                  <a:gd name="connsiteX35" fmla="*/ 390279 w 489239"/>
                  <a:gd name="connsiteY35" fmla="*/ 455957 h 468227"/>
                  <a:gd name="connsiteX36" fmla="*/ 411050 w 489239"/>
                  <a:gd name="connsiteY36" fmla="*/ 430514 h 468227"/>
                  <a:gd name="connsiteX37" fmla="*/ 416568 w 489239"/>
                  <a:gd name="connsiteY37" fmla="*/ 398128 h 468227"/>
                  <a:gd name="connsiteX38" fmla="*/ 405397 w 489239"/>
                  <a:gd name="connsiteY38" fmla="*/ 367231 h 468227"/>
                  <a:gd name="connsiteX39" fmla="*/ 380442 w 489239"/>
                  <a:gd name="connsiteY39" fmla="*/ 345882 h 468227"/>
                  <a:gd name="connsiteX40" fmla="*/ 409215 w 489239"/>
                  <a:gd name="connsiteY40" fmla="*/ 257640 h 468227"/>
                  <a:gd name="connsiteX41" fmla="*/ 420913 w 489239"/>
                  <a:gd name="connsiteY41" fmla="*/ 258693 h 468227"/>
                  <a:gd name="connsiteX42" fmla="*/ 446740 w 489239"/>
                  <a:gd name="connsiteY42" fmla="*/ 254955 h 468227"/>
                  <a:gd name="connsiteX43" fmla="*/ 468975 w 489239"/>
                  <a:gd name="connsiteY43" fmla="*/ 241276 h 468227"/>
                  <a:gd name="connsiteX44" fmla="*/ 483958 w 489239"/>
                  <a:gd name="connsiteY44" fmla="*/ 219897 h 468227"/>
                  <a:gd name="connsiteX45" fmla="*/ 489239 w 489239"/>
                  <a:gd name="connsiteY45" fmla="*/ 194324 h 468227"/>
                  <a:gd name="connsiteX46" fmla="*/ 483958 w 489239"/>
                  <a:gd name="connsiteY46" fmla="*/ 168752 h 468227"/>
                  <a:gd name="connsiteX47" fmla="*/ 468975 w 489239"/>
                  <a:gd name="connsiteY47" fmla="*/ 147374 h 468227"/>
                  <a:gd name="connsiteX48" fmla="*/ 446740 w 489239"/>
                  <a:gd name="connsiteY48" fmla="*/ 133694 h 468227"/>
                  <a:gd name="connsiteX49" fmla="*/ 420913 w 489239"/>
                  <a:gd name="connsiteY49" fmla="*/ 129956 h 468227"/>
                  <a:gd name="connsiteX50" fmla="*/ 420913 w 489239"/>
                  <a:gd name="connsiteY50" fmla="*/ 129722 h 468227"/>
                  <a:gd name="connsiteX51" fmla="*/ 352605 w 489239"/>
                  <a:gd name="connsiteY51" fmla="*/ 451099 h 468227"/>
                  <a:gd name="connsiteX52" fmla="*/ 326611 w 489239"/>
                  <a:gd name="connsiteY52" fmla="*/ 443207 h 468227"/>
                  <a:gd name="connsiteX53" fmla="*/ 309381 w 489239"/>
                  <a:gd name="connsiteY53" fmla="*/ 422198 h 468227"/>
                  <a:gd name="connsiteX54" fmla="*/ 306718 w 489239"/>
                  <a:gd name="connsiteY54" fmla="*/ 395151 h 468227"/>
                  <a:gd name="connsiteX55" fmla="*/ 319527 w 489239"/>
                  <a:gd name="connsiteY55" fmla="*/ 371178 h 468227"/>
                  <a:gd name="connsiteX56" fmla="*/ 343481 w 489239"/>
                  <a:gd name="connsiteY56" fmla="*/ 358370 h 468227"/>
                  <a:gd name="connsiteX57" fmla="*/ 370508 w 489239"/>
                  <a:gd name="connsiteY57" fmla="*/ 361033 h 468227"/>
                  <a:gd name="connsiteX58" fmla="*/ 391504 w 489239"/>
                  <a:gd name="connsiteY58" fmla="*/ 378275 h 468227"/>
                  <a:gd name="connsiteX59" fmla="*/ 399391 w 489239"/>
                  <a:gd name="connsiteY59" fmla="*/ 404282 h 468227"/>
                  <a:gd name="connsiteX60" fmla="*/ 385691 w 489239"/>
                  <a:gd name="connsiteY60" fmla="*/ 437387 h 468227"/>
                  <a:gd name="connsiteX61" fmla="*/ 352605 w 489239"/>
                  <a:gd name="connsiteY61" fmla="*/ 451099 h 468227"/>
                  <a:gd name="connsiteX62" fmla="*/ 195989 w 489239"/>
                  <a:gd name="connsiteY62" fmla="*/ 395273 h 468227"/>
                  <a:gd name="connsiteX63" fmla="*/ 176572 w 489239"/>
                  <a:gd name="connsiteY63" fmla="*/ 357234 h 468227"/>
                  <a:gd name="connsiteX64" fmla="*/ 211666 w 489239"/>
                  <a:gd name="connsiteY64" fmla="*/ 308196 h 468227"/>
                  <a:gd name="connsiteX65" fmla="*/ 242191 w 489239"/>
                  <a:gd name="connsiteY65" fmla="*/ 315807 h 468227"/>
                  <a:gd name="connsiteX66" fmla="*/ 272600 w 489239"/>
                  <a:gd name="connsiteY66" fmla="*/ 308196 h 468227"/>
                  <a:gd name="connsiteX67" fmla="*/ 307694 w 489239"/>
                  <a:gd name="connsiteY67" fmla="*/ 357234 h 468227"/>
                  <a:gd name="connsiteX68" fmla="*/ 288161 w 489239"/>
                  <a:gd name="connsiteY68" fmla="*/ 395273 h 468227"/>
                  <a:gd name="connsiteX69" fmla="*/ 195989 w 489239"/>
                  <a:gd name="connsiteY69" fmla="*/ 395273 h 468227"/>
                  <a:gd name="connsiteX70" fmla="*/ 84991 w 489239"/>
                  <a:gd name="connsiteY70" fmla="*/ 403929 h 468227"/>
                  <a:gd name="connsiteX71" fmla="*/ 92877 w 489239"/>
                  <a:gd name="connsiteY71" fmla="*/ 377922 h 468227"/>
                  <a:gd name="connsiteX72" fmla="*/ 113873 w 489239"/>
                  <a:gd name="connsiteY72" fmla="*/ 360680 h 468227"/>
                  <a:gd name="connsiteX73" fmla="*/ 140907 w 489239"/>
                  <a:gd name="connsiteY73" fmla="*/ 358017 h 468227"/>
                  <a:gd name="connsiteX74" fmla="*/ 164861 w 489239"/>
                  <a:gd name="connsiteY74" fmla="*/ 370831 h 468227"/>
                  <a:gd name="connsiteX75" fmla="*/ 177663 w 489239"/>
                  <a:gd name="connsiteY75" fmla="*/ 394798 h 468227"/>
                  <a:gd name="connsiteX76" fmla="*/ 175000 w 489239"/>
                  <a:gd name="connsiteY76" fmla="*/ 421845 h 468227"/>
                  <a:gd name="connsiteX77" fmla="*/ 157771 w 489239"/>
                  <a:gd name="connsiteY77" fmla="*/ 442854 h 468227"/>
                  <a:gd name="connsiteX78" fmla="*/ 131776 w 489239"/>
                  <a:gd name="connsiteY78" fmla="*/ 450746 h 468227"/>
                  <a:gd name="connsiteX79" fmla="*/ 98697 w 489239"/>
                  <a:gd name="connsiteY79" fmla="*/ 437034 h 468227"/>
                  <a:gd name="connsiteX80" fmla="*/ 84991 w 489239"/>
                  <a:gd name="connsiteY80" fmla="*/ 403929 h 468227"/>
                  <a:gd name="connsiteX81" fmla="*/ 64175 w 489239"/>
                  <a:gd name="connsiteY81" fmla="*/ 147043 h 468227"/>
                  <a:gd name="connsiteX82" fmla="*/ 90163 w 489239"/>
                  <a:gd name="connsiteY82" fmla="*/ 154932 h 468227"/>
                  <a:gd name="connsiteX83" fmla="*/ 107399 w 489239"/>
                  <a:gd name="connsiteY83" fmla="*/ 175941 h 468227"/>
                  <a:gd name="connsiteX84" fmla="*/ 110062 w 489239"/>
                  <a:gd name="connsiteY84" fmla="*/ 202989 h 468227"/>
                  <a:gd name="connsiteX85" fmla="*/ 97253 w 489239"/>
                  <a:gd name="connsiteY85" fmla="*/ 226959 h 468227"/>
                  <a:gd name="connsiteX86" fmla="*/ 73299 w 489239"/>
                  <a:gd name="connsiteY86" fmla="*/ 239770 h 468227"/>
                  <a:gd name="connsiteX87" fmla="*/ 46265 w 489239"/>
                  <a:gd name="connsiteY87" fmla="*/ 237106 h 468227"/>
                  <a:gd name="connsiteX88" fmla="*/ 25269 w 489239"/>
                  <a:gd name="connsiteY88" fmla="*/ 219865 h 468227"/>
                  <a:gd name="connsiteX89" fmla="*/ 17389 w 489239"/>
                  <a:gd name="connsiteY89" fmla="*/ 193857 h 468227"/>
                  <a:gd name="connsiteX90" fmla="*/ 31089 w 489239"/>
                  <a:gd name="connsiteY90" fmla="*/ 160754 h 468227"/>
                  <a:gd name="connsiteX91" fmla="*/ 64175 w 489239"/>
                  <a:gd name="connsiteY91" fmla="*/ 147043 h 468227"/>
                  <a:gd name="connsiteX92" fmla="*/ 195290 w 489239"/>
                  <a:gd name="connsiteY92" fmla="*/ 65119 h 468227"/>
                  <a:gd name="connsiteX93" fmla="*/ 203176 w 489239"/>
                  <a:gd name="connsiteY93" fmla="*/ 39111 h 468227"/>
                  <a:gd name="connsiteX94" fmla="*/ 224172 w 489239"/>
                  <a:gd name="connsiteY94" fmla="*/ 21869 h 468227"/>
                  <a:gd name="connsiteX95" fmla="*/ 251200 w 489239"/>
                  <a:gd name="connsiteY95" fmla="*/ 19206 h 468227"/>
                  <a:gd name="connsiteX96" fmla="*/ 275160 w 489239"/>
                  <a:gd name="connsiteY96" fmla="*/ 32017 h 468227"/>
                  <a:gd name="connsiteX97" fmla="*/ 287962 w 489239"/>
                  <a:gd name="connsiteY97" fmla="*/ 55986 h 468227"/>
                  <a:gd name="connsiteX98" fmla="*/ 285299 w 489239"/>
                  <a:gd name="connsiteY98" fmla="*/ 83034 h 468227"/>
                  <a:gd name="connsiteX99" fmla="*/ 268070 w 489239"/>
                  <a:gd name="connsiteY99" fmla="*/ 104043 h 468227"/>
                  <a:gd name="connsiteX100" fmla="*/ 242075 w 489239"/>
                  <a:gd name="connsiteY100" fmla="*/ 111933 h 468227"/>
                  <a:gd name="connsiteX101" fmla="*/ 224038 w 489239"/>
                  <a:gd name="connsiteY101" fmla="*/ 108314 h 468227"/>
                  <a:gd name="connsiteX102" fmla="*/ 208785 w 489239"/>
                  <a:gd name="connsiteY102" fmla="*/ 98015 h 468227"/>
                  <a:gd name="connsiteX103" fmla="*/ 198685 w 489239"/>
                  <a:gd name="connsiteY103" fmla="*/ 82628 h 468227"/>
                  <a:gd name="connsiteX104" fmla="*/ 195290 w 489239"/>
                  <a:gd name="connsiteY104" fmla="*/ 64534 h 468227"/>
                  <a:gd name="connsiteX105" fmla="*/ 195290 w 489239"/>
                  <a:gd name="connsiteY105" fmla="*/ 65119 h 468227"/>
                  <a:gd name="connsiteX106" fmla="*/ 357399 w 489239"/>
                  <a:gd name="connsiteY106" fmla="*/ 205560 h 468227"/>
                  <a:gd name="connsiteX107" fmla="*/ 300674 w 489239"/>
                  <a:gd name="connsiteY107" fmla="*/ 223700 h 468227"/>
                  <a:gd name="connsiteX108" fmla="*/ 280448 w 489239"/>
                  <a:gd name="connsiteY108" fmla="*/ 199305 h 468227"/>
                  <a:gd name="connsiteX109" fmla="*/ 251084 w 489239"/>
                  <a:gd name="connsiteY109" fmla="*/ 187419 h 468227"/>
                  <a:gd name="connsiteX110" fmla="*/ 251084 w 489239"/>
                  <a:gd name="connsiteY110" fmla="*/ 128903 h 468227"/>
                  <a:gd name="connsiteX111" fmla="*/ 288976 w 489239"/>
                  <a:gd name="connsiteY111" fmla="*/ 109475 h 468227"/>
                  <a:gd name="connsiteX112" fmla="*/ 364188 w 489239"/>
                  <a:gd name="connsiteY112" fmla="*/ 164013 h 468227"/>
                  <a:gd name="connsiteX113" fmla="*/ 356468 w 489239"/>
                  <a:gd name="connsiteY113" fmla="*/ 194559 h 468227"/>
                  <a:gd name="connsiteX114" fmla="*/ 357399 w 489239"/>
                  <a:gd name="connsiteY114" fmla="*/ 205443 h 468227"/>
                  <a:gd name="connsiteX115" fmla="*/ 357399 w 489239"/>
                  <a:gd name="connsiteY115" fmla="*/ 205560 h 468227"/>
                  <a:gd name="connsiteX116" fmla="*/ 289682 w 489239"/>
                  <a:gd name="connsiteY116" fmla="*/ 251554 h 468227"/>
                  <a:gd name="connsiteX117" fmla="*/ 281795 w 489239"/>
                  <a:gd name="connsiteY117" fmla="*/ 277562 h 468227"/>
                  <a:gd name="connsiteX118" fmla="*/ 260800 w 489239"/>
                  <a:gd name="connsiteY118" fmla="*/ 294804 h 468227"/>
                  <a:gd name="connsiteX119" fmla="*/ 233765 w 489239"/>
                  <a:gd name="connsiteY119" fmla="*/ 297467 h 468227"/>
                  <a:gd name="connsiteX120" fmla="*/ 209811 w 489239"/>
                  <a:gd name="connsiteY120" fmla="*/ 284656 h 468227"/>
                  <a:gd name="connsiteX121" fmla="*/ 197010 w 489239"/>
                  <a:gd name="connsiteY121" fmla="*/ 260687 h 468227"/>
                  <a:gd name="connsiteX122" fmla="*/ 199666 w 489239"/>
                  <a:gd name="connsiteY122" fmla="*/ 233639 h 468227"/>
                  <a:gd name="connsiteX123" fmla="*/ 216902 w 489239"/>
                  <a:gd name="connsiteY123" fmla="*/ 212630 h 468227"/>
                  <a:gd name="connsiteX124" fmla="*/ 242897 w 489239"/>
                  <a:gd name="connsiteY124" fmla="*/ 204740 h 468227"/>
                  <a:gd name="connsiteX125" fmla="*/ 275937 w 489239"/>
                  <a:gd name="connsiteY125" fmla="*/ 218411 h 468227"/>
                  <a:gd name="connsiteX126" fmla="*/ 289682 w 489239"/>
                  <a:gd name="connsiteY126" fmla="*/ 251437 h 468227"/>
                  <a:gd name="connsiteX127" fmla="*/ 289682 w 489239"/>
                  <a:gd name="connsiteY127" fmla="*/ 251554 h 468227"/>
                  <a:gd name="connsiteX128" fmla="*/ 233772 w 489239"/>
                  <a:gd name="connsiteY128" fmla="*/ 128903 h 468227"/>
                  <a:gd name="connsiteX129" fmla="*/ 233772 w 489239"/>
                  <a:gd name="connsiteY129" fmla="*/ 187419 h 468227"/>
                  <a:gd name="connsiteX130" fmla="*/ 204466 w 489239"/>
                  <a:gd name="connsiteY130" fmla="*/ 199242 h 468227"/>
                  <a:gd name="connsiteX131" fmla="*/ 184292 w 489239"/>
                  <a:gd name="connsiteY131" fmla="*/ 223583 h 468227"/>
                  <a:gd name="connsiteX132" fmla="*/ 127451 w 489239"/>
                  <a:gd name="connsiteY132" fmla="*/ 205443 h 468227"/>
                  <a:gd name="connsiteX133" fmla="*/ 128504 w 489239"/>
                  <a:gd name="connsiteY133" fmla="*/ 193739 h 468227"/>
                  <a:gd name="connsiteX134" fmla="*/ 120900 w 489239"/>
                  <a:gd name="connsiteY134" fmla="*/ 164013 h 468227"/>
                  <a:gd name="connsiteX135" fmla="*/ 195989 w 489239"/>
                  <a:gd name="connsiteY135" fmla="*/ 109358 h 468227"/>
                  <a:gd name="connsiteX136" fmla="*/ 233772 w 489239"/>
                  <a:gd name="connsiteY136" fmla="*/ 128903 h 468227"/>
                  <a:gd name="connsiteX137" fmla="*/ 122189 w 489239"/>
                  <a:gd name="connsiteY137" fmla="*/ 222530 h 468227"/>
                  <a:gd name="connsiteX138" fmla="*/ 179030 w 489239"/>
                  <a:gd name="connsiteY138" fmla="*/ 240670 h 468227"/>
                  <a:gd name="connsiteX139" fmla="*/ 177977 w 489239"/>
                  <a:gd name="connsiteY139" fmla="*/ 252373 h 468227"/>
                  <a:gd name="connsiteX140" fmla="*/ 183162 w 489239"/>
                  <a:gd name="connsiteY140" fmla="*/ 277877 h 468227"/>
                  <a:gd name="connsiteX141" fmla="*/ 198094 w 489239"/>
                  <a:gd name="connsiteY141" fmla="*/ 299187 h 468227"/>
                  <a:gd name="connsiteX142" fmla="*/ 163007 w 489239"/>
                  <a:gd name="connsiteY142" fmla="*/ 348340 h 468227"/>
                  <a:gd name="connsiteX143" fmla="*/ 132598 w 489239"/>
                  <a:gd name="connsiteY143" fmla="*/ 340614 h 468227"/>
                  <a:gd name="connsiteX144" fmla="*/ 120900 w 489239"/>
                  <a:gd name="connsiteY144" fmla="*/ 341673 h 468227"/>
                  <a:gd name="connsiteX145" fmla="*/ 92126 w 489239"/>
                  <a:gd name="connsiteY145" fmla="*/ 252256 h 468227"/>
                  <a:gd name="connsiteX146" fmla="*/ 122305 w 489239"/>
                  <a:gd name="connsiteY146" fmla="*/ 222530 h 468227"/>
                  <a:gd name="connsiteX147" fmla="*/ 122189 w 489239"/>
                  <a:gd name="connsiteY147" fmla="*/ 222530 h 468227"/>
                  <a:gd name="connsiteX148" fmla="*/ 352605 w 489239"/>
                  <a:gd name="connsiteY148" fmla="*/ 339562 h 468227"/>
                  <a:gd name="connsiteX149" fmla="*/ 322196 w 489239"/>
                  <a:gd name="connsiteY149" fmla="*/ 347172 h 468227"/>
                  <a:gd name="connsiteX150" fmla="*/ 287109 w 489239"/>
                  <a:gd name="connsiteY150" fmla="*/ 298250 h 468227"/>
                  <a:gd name="connsiteX151" fmla="*/ 302002 w 489239"/>
                  <a:gd name="connsiteY151" fmla="*/ 276925 h 468227"/>
                  <a:gd name="connsiteX152" fmla="*/ 307225 w 489239"/>
                  <a:gd name="connsiteY152" fmla="*/ 251437 h 468227"/>
                  <a:gd name="connsiteX153" fmla="*/ 306173 w 489239"/>
                  <a:gd name="connsiteY153" fmla="*/ 239734 h 468227"/>
                  <a:gd name="connsiteX154" fmla="*/ 362430 w 489239"/>
                  <a:gd name="connsiteY154" fmla="*/ 221828 h 468227"/>
                  <a:gd name="connsiteX155" fmla="*/ 392608 w 489239"/>
                  <a:gd name="connsiteY155" fmla="*/ 252256 h 468227"/>
                  <a:gd name="connsiteX156" fmla="*/ 363950 w 489239"/>
                  <a:gd name="connsiteY156" fmla="*/ 340499 h 468227"/>
                  <a:gd name="connsiteX157" fmla="*/ 352605 w 489239"/>
                  <a:gd name="connsiteY157" fmla="*/ 339562 h 468227"/>
                  <a:gd name="connsiteX158" fmla="*/ 374127 w 489239"/>
                  <a:gd name="connsiteY158" fmla="*/ 194208 h 468227"/>
                  <a:gd name="connsiteX159" fmla="*/ 382014 w 489239"/>
                  <a:gd name="connsiteY159" fmla="*/ 168199 h 468227"/>
                  <a:gd name="connsiteX160" fmla="*/ 403010 w 489239"/>
                  <a:gd name="connsiteY160" fmla="*/ 150957 h 468227"/>
                  <a:gd name="connsiteX161" fmla="*/ 430044 w 489239"/>
                  <a:gd name="connsiteY161" fmla="*/ 148293 h 468227"/>
                  <a:gd name="connsiteX162" fmla="*/ 453998 w 489239"/>
                  <a:gd name="connsiteY162" fmla="*/ 161105 h 468227"/>
                  <a:gd name="connsiteX163" fmla="*/ 466799 w 489239"/>
                  <a:gd name="connsiteY163" fmla="*/ 185074 h 468227"/>
                  <a:gd name="connsiteX164" fmla="*/ 464136 w 489239"/>
                  <a:gd name="connsiteY164" fmla="*/ 212122 h 468227"/>
                  <a:gd name="connsiteX165" fmla="*/ 446907 w 489239"/>
                  <a:gd name="connsiteY165" fmla="*/ 233132 h 468227"/>
                  <a:gd name="connsiteX166" fmla="*/ 420913 w 489239"/>
                  <a:gd name="connsiteY166" fmla="*/ 241021 h 468227"/>
                  <a:gd name="connsiteX167" fmla="*/ 387834 w 489239"/>
                  <a:gd name="connsiteY167" fmla="*/ 227310 h 468227"/>
                  <a:gd name="connsiteX168" fmla="*/ 374127 w 489239"/>
                  <a:gd name="connsiteY168" fmla="*/ 194208 h 468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489239" h="468227">
                    <a:moveTo>
                      <a:pt x="420913" y="129722"/>
                    </a:moveTo>
                    <a:cubicBezTo>
                      <a:pt x="412166" y="129699"/>
                      <a:pt x="403504" y="131462"/>
                      <a:pt x="395457" y="134903"/>
                    </a:cubicBezTo>
                    <a:cubicBezTo>
                      <a:pt x="387417" y="138345"/>
                      <a:pt x="380159" y="143391"/>
                      <a:pt x="374127" y="149734"/>
                    </a:cubicBezTo>
                    <a:lnTo>
                      <a:pt x="299153" y="95197"/>
                    </a:lnTo>
                    <a:cubicBezTo>
                      <a:pt x="304473" y="85374"/>
                      <a:pt x="307148" y="74338"/>
                      <a:pt x="306917" y="63170"/>
                    </a:cubicBezTo>
                    <a:cubicBezTo>
                      <a:pt x="306693" y="52001"/>
                      <a:pt x="303568" y="41083"/>
                      <a:pt x="297857" y="31486"/>
                    </a:cubicBezTo>
                    <a:cubicBezTo>
                      <a:pt x="292139" y="21888"/>
                      <a:pt x="284035" y="13941"/>
                      <a:pt x="274326" y="8421"/>
                    </a:cubicBezTo>
                    <a:cubicBezTo>
                      <a:pt x="264624" y="2902"/>
                      <a:pt x="253651" y="0"/>
                      <a:pt x="242486" y="0"/>
                    </a:cubicBezTo>
                    <a:cubicBezTo>
                      <a:pt x="231321" y="0"/>
                      <a:pt x="220348" y="2902"/>
                      <a:pt x="210639" y="8421"/>
                    </a:cubicBezTo>
                    <a:cubicBezTo>
                      <a:pt x="200937" y="13941"/>
                      <a:pt x="192826" y="21888"/>
                      <a:pt x="187115" y="31486"/>
                    </a:cubicBezTo>
                    <a:cubicBezTo>
                      <a:pt x="181404" y="41083"/>
                      <a:pt x="178279" y="52001"/>
                      <a:pt x="178048" y="63170"/>
                    </a:cubicBezTo>
                    <a:cubicBezTo>
                      <a:pt x="177823" y="74338"/>
                      <a:pt x="180499" y="85374"/>
                      <a:pt x="185812" y="95197"/>
                    </a:cubicBezTo>
                    <a:lnTo>
                      <a:pt x="110722" y="149734"/>
                    </a:lnTo>
                    <a:cubicBezTo>
                      <a:pt x="103369" y="142073"/>
                      <a:pt x="94231" y="136352"/>
                      <a:pt x="84131" y="133082"/>
                    </a:cubicBezTo>
                    <a:cubicBezTo>
                      <a:pt x="74031" y="129812"/>
                      <a:pt x="63276" y="129095"/>
                      <a:pt x="52830" y="130994"/>
                    </a:cubicBezTo>
                    <a:cubicBezTo>
                      <a:pt x="42383" y="132893"/>
                      <a:pt x="32572" y="137351"/>
                      <a:pt x="24262" y="143967"/>
                    </a:cubicBezTo>
                    <a:cubicBezTo>
                      <a:pt x="15959" y="150584"/>
                      <a:pt x="9413" y="159155"/>
                      <a:pt x="5223" y="168916"/>
                    </a:cubicBezTo>
                    <a:cubicBezTo>
                      <a:pt x="1033" y="178677"/>
                      <a:pt x="-680" y="189324"/>
                      <a:pt x="244" y="199908"/>
                    </a:cubicBezTo>
                    <a:cubicBezTo>
                      <a:pt x="1161" y="210491"/>
                      <a:pt x="4691" y="220682"/>
                      <a:pt x="10504" y="229571"/>
                    </a:cubicBezTo>
                    <a:cubicBezTo>
                      <a:pt x="16318" y="238461"/>
                      <a:pt x="24236" y="245773"/>
                      <a:pt x="33560" y="250854"/>
                    </a:cubicBezTo>
                    <a:cubicBezTo>
                      <a:pt x="42884" y="255935"/>
                      <a:pt x="53324" y="258628"/>
                      <a:pt x="63937" y="258693"/>
                    </a:cubicBezTo>
                    <a:cubicBezTo>
                      <a:pt x="67864" y="258709"/>
                      <a:pt x="71779" y="258356"/>
                      <a:pt x="75635" y="257640"/>
                    </a:cubicBezTo>
                    <a:lnTo>
                      <a:pt x="104293" y="345767"/>
                    </a:lnTo>
                    <a:cubicBezTo>
                      <a:pt x="94257" y="350586"/>
                      <a:pt x="85645" y="357927"/>
                      <a:pt x="79293" y="367077"/>
                    </a:cubicBezTo>
                    <a:cubicBezTo>
                      <a:pt x="72947" y="376221"/>
                      <a:pt x="69077" y="386860"/>
                      <a:pt x="68063" y="397955"/>
                    </a:cubicBezTo>
                    <a:cubicBezTo>
                      <a:pt x="67056" y="409050"/>
                      <a:pt x="68942" y="420209"/>
                      <a:pt x="73530" y="430354"/>
                    </a:cubicBezTo>
                    <a:cubicBezTo>
                      <a:pt x="78125" y="440499"/>
                      <a:pt x="85273" y="449277"/>
                      <a:pt x="94270" y="455835"/>
                    </a:cubicBezTo>
                    <a:cubicBezTo>
                      <a:pt x="103272" y="462387"/>
                      <a:pt x="113815" y="466493"/>
                      <a:pt x="124872" y="467751"/>
                    </a:cubicBezTo>
                    <a:cubicBezTo>
                      <a:pt x="135934" y="469009"/>
                      <a:pt x="147132" y="467372"/>
                      <a:pt x="157367" y="463003"/>
                    </a:cubicBezTo>
                    <a:cubicBezTo>
                      <a:pt x="167608" y="458633"/>
                      <a:pt x="176540" y="451683"/>
                      <a:pt x="183284" y="442822"/>
                    </a:cubicBezTo>
                    <a:cubicBezTo>
                      <a:pt x="190035" y="433966"/>
                      <a:pt x="194372" y="423513"/>
                      <a:pt x="195874" y="412476"/>
                    </a:cubicBezTo>
                    <a:lnTo>
                      <a:pt x="288745" y="412476"/>
                    </a:lnTo>
                    <a:cubicBezTo>
                      <a:pt x="290234" y="423513"/>
                      <a:pt x="294559" y="433973"/>
                      <a:pt x="301296" y="442835"/>
                    </a:cubicBezTo>
                    <a:cubicBezTo>
                      <a:pt x="308034" y="451696"/>
                      <a:pt x="316953" y="458658"/>
                      <a:pt x="327188" y="463035"/>
                    </a:cubicBezTo>
                    <a:cubicBezTo>
                      <a:pt x="337417" y="467417"/>
                      <a:pt x="348608" y="469067"/>
                      <a:pt x="359670" y="467828"/>
                    </a:cubicBezTo>
                    <a:cubicBezTo>
                      <a:pt x="370727" y="466583"/>
                      <a:pt x="381276" y="462496"/>
                      <a:pt x="390279" y="455957"/>
                    </a:cubicBezTo>
                    <a:cubicBezTo>
                      <a:pt x="399288" y="449412"/>
                      <a:pt x="406443" y="440646"/>
                      <a:pt x="411050" y="430514"/>
                    </a:cubicBezTo>
                    <a:cubicBezTo>
                      <a:pt x="415657" y="420376"/>
                      <a:pt x="417563" y="409217"/>
                      <a:pt x="416568" y="398128"/>
                    </a:cubicBezTo>
                    <a:cubicBezTo>
                      <a:pt x="415580" y="387034"/>
                      <a:pt x="411730" y="376388"/>
                      <a:pt x="405397" y="367231"/>
                    </a:cubicBezTo>
                    <a:cubicBezTo>
                      <a:pt x="399063" y="358074"/>
                      <a:pt x="390465" y="350721"/>
                      <a:pt x="380442" y="345882"/>
                    </a:cubicBezTo>
                    <a:lnTo>
                      <a:pt x="409215" y="257640"/>
                    </a:lnTo>
                    <a:cubicBezTo>
                      <a:pt x="413071" y="258356"/>
                      <a:pt x="416992" y="258709"/>
                      <a:pt x="420913" y="258693"/>
                    </a:cubicBezTo>
                    <a:cubicBezTo>
                      <a:pt x="429684" y="259222"/>
                      <a:pt x="438476" y="257951"/>
                      <a:pt x="446740" y="254955"/>
                    </a:cubicBezTo>
                    <a:cubicBezTo>
                      <a:pt x="455005" y="251960"/>
                      <a:pt x="462571" y="247304"/>
                      <a:pt x="468975" y="241276"/>
                    </a:cubicBezTo>
                    <a:cubicBezTo>
                      <a:pt x="475372" y="235246"/>
                      <a:pt x="480474" y="227971"/>
                      <a:pt x="483958" y="219897"/>
                    </a:cubicBezTo>
                    <a:cubicBezTo>
                      <a:pt x="487442" y="211822"/>
                      <a:pt x="489239" y="203120"/>
                      <a:pt x="489239" y="194324"/>
                    </a:cubicBezTo>
                    <a:cubicBezTo>
                      <a:pt x="489239" y="185529"/>
                      <a:pt x="487442" y="176826"/>
                      <a:pt x="483958" y="168752"/>
                    </a:cubicBezTo>
                    <a:cubicBezTo>
                      <a:pt x="480474" y="160678"/>
                      <a:pt x="475372" y="153402"/>
                      <a:pt x="468975" y="147374"/>
                    </a:cubicBezTo>
                    <a:cubicBezTo>
                      <a:pt x="462571" y="141344"/>
                      <a:pt x="455005" y="136689"/>
                      <a:pt x="446740" y="133694"/>
                    </a:cubicBezTo>
                    <a:cubicBezTo>
                      <a:pt x="438476" y="130698"/>
                      <a:pt x="429684" y="129426"/>
                      <a:pt x="420913" y="129956"/>
                    </a:cubicBezTo>
                    <a:lnTo>
                      <a:pt x="420913" y="129722"/>
                    </a:lnTo>
                    <a:close/>
                    <a:moveTo>
                      <a:pt x="352605" y="451099"/>
                    </a:moveTo>
                    <a:cubicBezTo>
                      <a:pt x="343352" y="451099"/>
                      <a:pt x="334304" y="448353"/>
                      <a:pt x="326611" y="443207"/>
                    </a:cubicBezTo>
                    <a:cubicBezTo>
                      <a:pt x="318917" y="438060"/>
                      <a:pt x="312924" y="430752"/>
                      <a:pt x="309381" y="422198"/>
                    </a:cubicBezTo>
                    <a:cubicBezTo>
                      <a:pt x="305839" y="413644"/>
                      <a:pt x="304915" y="404231"/>
                      <a:pt x="306718" y="395151"/>
                    </a:cubicBezTo>
                    <a:cubicBezTo>
                      <a:pt x="308522" y="386071"/>
                      <a:pt x="312981" y="377729"/>
                      <a:pt x="319527" y="371178"/>
                    </a:cubicBezTo>
                    <a:cubicBezTo>
                      <a:pt x="326065" y="364632"/>
                      <a:pt x="334401" y="360173"/>
                      <a:pt x="343481" y="358370"/>
                    </a:cubicBezTo>
                    <a:cubicBezTo>
                      <a:pt x="352554" y="356560"/>
                      <a:pt x="361961" y="357491"/>
                      <a:pt x="370508" y="361033"/>
                    </a:cubicBezTo>
                    <a:cubicBezTo>
                      <a:pt x="379062" y="364575"/>
                      <a:pt x="386364" y="370574"/>
                      <a:pt x="391504" y="378275"/>
                    </a:cubicBezTo>
                    <a:cubicBezTo>
                      <a:pt x="396651" y="385975"/>
                      <a:pt x="399391" y="395023"/>
                      <a:pt x="399391" y="404282"/>
                    </a:cubicBezTo>
                    <a:cubicBezTo>
                      <a:pt x="399391" y="416699"/>
                      <a:pt x="394462" y="428608"/>
                      <a:pt x="385691" y="437387"/>
                    </a:cubicBezTo>
                    <a:cubicBezTo>
                      <a:pt x="376912" y="446165"/>
                      <a:pt x="365016" y="451099"/>
                      <a:pt x="352605" y="451099"/>
                    </a:cubicBezTo>
                    <a:close/>
                    <a:moveTo>
                      <a:pt x="195989" y="395273"/>
                    </a:moveTo>
                    <a:cubicBezTo>
                      <a:pt x="194071" y="380739"/>
                      <a:pt x="187218" y="367308"/>
                      <a:pt x="176572" y="357234"/>
                    </a:cubicBezTo>
                    <a:lnTo>
                      <a:pt x="211666" y="308196"/>
                    </a:lnTo>
                    <a:cubicBezTo>
                      <a:pt x="221066" y="313189"/>
                      <a:pt x="231545" y="315800"/>
                      <a:pt x="242191" y="315807"/>
                    </a:cubicBezTo>
                    <a:cubicBezTo>
                      <a:pt x="252804" y="315839"/>
                      <a:pt x="263257" y="313227"/>
                      <a:pt x="272600" y="308196"/>
                    </a:cubicBezTo>
                    <a:lnTo>
                      <a:pt x="307694" y="357234"/>
                    </a:lnTo>
                    <a:cubicBezTo>
                      <a:pt x="297016" y="367302"/>
                      <a:pt x="290118" y="380726"/>
                      <a:pt x="288161" y="395273"/>
                    </a:cubicBezTo>
                    <a:lnTo>
                      <a:pt x="195989" y="395273"/>
                    </a:lnTo>
                    <a:close/>
                    <a:moveTo>
                      <a:pt x="84991" y="403929"/>
                    </a:moveTo>
                    <a:cubicBezTo>
                      <a:pt x="84991" y="394676"/>
                      <a:pt x="87737" y="385622"/>
                      <a:pt x="92877" y="377922"/>
                    </a:cubicBezTo>
                    <a:cubicBezTo>
                      <a:pt x="98017" y="370228"/>
                      <a:pt x="105326" y="364222"/>
                      <a:pt x="113873" y="360680"/>
                    </a:cubicBezTo>
                    <a:cubicBezTo>
                      <a:pt x="122420" y="357138"/>
                      <a:pt x="131827" y="356214"/>
                      <a:pt x="140907" y="358017"/>
                    </a:cubicBezTo>
                    <a:cubicBezTo>
                      <a:pt x="149981" y="359826"/>
                      <a:pt x="158316" y="364280"/>
                      <a:pt x="164861" y="370831"/>
                    </a:cubicBezTo>
                    <a:cubicBezTo>
                      <a:pt x="171407" y="377376"/>
                      <a:pt x="175860" y="385718"/>
                      <a:pt x="177663" y="394798"/>
                    </a:cubicBezTo>
                    <a:cubicBezTo>
                      <a:pt x="179472" y="403878"/>
                      <a:pt x="178542" y="413291"/>
                      <a:pt x="175000" y="421845"/>
                    </a:cubicBezTo>
                    <a:cubicBezTo>
                      <a:pt x="171458" y="430399"/>
                      <a:pt x="165465" y="437714"/>
                      <a:pt x="157771" y="442854"/>
                    </a:cubicBezTo>
                    <a:cubicBezTo>
                      <a:pt x="150077" y="448000"/>
                      <a:pt x="141029" y="450746"/>
                      <a:pt x="131776" y="450746"/>
                    </a:cubicBezTo>
                    <a:cubicBezTo>
                      <a:pt x="119372" y="450746"/>
                      <a:pt x="107469" y="445812"/>
                      <a:pt x="98697" y="437034"/>
                    </a:cubicBezTo>
                    <a:cubicBezTo>
                      <a:pt x="89919" y="428255"/>
                      <a:pt x="84991" y="416346"/>
                      <a:pt x="84991" y="403929"/>
                    </a:cubicBezTo>
                    <a:close/>
                    <a:moveTo>
                      <a:pt x="64175" y="147043"/>
                    </a:moveTo>
                    <a:cubicBezTo>
                      <a:pt x="73428" y="147043"/>
                      <a:pt x="82469" y="149788"/>
                      <a:pt x="90163" y="154932"/>
                    </a:cubicBezTo>
                    <a:cubicBezTo>
                      <a:pt x="97857" y="160076"/>
                      <a:pt x="103856" y="167388"/>
                      <a:pt x="107399" y="175941"/>
                    </a:cubicBezTo>
                    <a:cubicBezTo>
                      <a:pt x="110941" y="184496"/>
                      <a:pt x="111865" y="193909"/>
                      <a:pt x="110062" y="202989"/>
                    </a:cubicBezTo>
                    <a:cubicBezTo>
                      <a:pt x="108252" y="212070"/>
                      <a:pt x="103799" y="220411"/>
                      <a:pt x="97253" y="226959"/>
                    </a:cubicBezTo>
                    <a:cubicBezTo>
                      <a:pt x="90715" y="233506"/>
                      <a:pt x="82373" y="237964"/>
                      <a:pt x="73299" y="239770"/>
                    </a:cubicBezTo>
                    <a:cubicBezTo>
                      <a:pt x="64226" y="241577"/>
                      <a:pt x="54819" y="240649"/>
                      <a:pt x="46265" y="237106"/>
                    </a:cubicBezTo>
                    <a:cubicBezTo>
                      <a:pt x="37718" y="233563"/>
                      <a:pt x="30409" y="227563"/>
                      <a:pt x="25269" y="219865"/>
                    </a:cubicBezTo>
                    <a:cubicBezTo>
                      <a:pt x="20129" y="212166"/>
                      <a:pt x="17389" y="203115"/>
                      <a:pt x="17389" y="193857"/>
                    </a:cubicBezTo>
                    <a:cubicBezTo>
                      <a:pt x="17389" y="181441"/>
                      <a:pt x="22318" y="169534"/>
                      <a:pt x="31089" y="160754"/>
                    </a:cubicBezTo>
                    <a:cubicBezTo>
                      <a:pt x="39861" y="151975"/>
                      <a:pt x="51765" y="147043"/>
                      <a:pt x="64175" y="147043"/>
                    </a:cubicBezTo>
                    <a:close/>
                    <a:moveTo>
                      <a:pt x="195290" y="65119"/>
                    </a:moveTo>
                    <a:cubicBezTo>
                      <a:pt x="195290" y="55861"/>
                      <a:pt x="198036" y="46810"/>
                      <a:pt x="203176" y="39111"/>
                    </a:cubicBezTo>
                    <a:cubicBezTo>
                      <a:pt x="208316" y="31413"/>
                      <a:pt x="215625" y="25413"/>
                      <a:pt x="224172" y="21869"/>
                    </a:cubicBezTo>
                    <a:cubicBezTo>
                      <a:pt x="232719" y="18326"/>
                      <a:pt x="242127" y="17399"/>
                      <a:pt x="251200" y="19206"/>
                    </a:cubicBezTo>
                    <a:cubicBezTo>
                      <a:pt x="260280" y="21012"/>
                      <a:pt x="268615" y="25470"/>
                      <a:pt x="275160" y="32017"/>
                    </a:cubicBezTo>
                    <a:cubicBezTo>
                      <a:pt x="281699" y="38564"/>
                      <a:pt x="286159" y="46906"/>
                      <a:pt x="287962" y="55986"/>
                    </a:cubicBezTo>
                    <a:cubicBezTo>
                      <a:pt x="289765" y="65067"/>
                      <a:pt x="288841" y="74480"/>
                      <a:pt x="285299" y="83034"/>
                    </a:cubicBezTo>
                    <a:cubicBezTo>
                      <a:pt x="281757" y="91588"/>
                      <a:pt x="275764" y="98900"/>
                      <a:pt x="268070" y="104043"/>
                    </a:cubicBezTo>
                    <a:cubicBezTo>
                      <a:pt x="260376" y="109187"/>
                      <a:pt x="251328" y="111933"/>
                      <a:pt x="242075" y="111933"/>
                    </a:cubicBezTo>
                    <a:cubicBezTo>
                      <a:pt x="235883" y="111933"/>
                      <a:pt x="229748" y="110703"/>
                      <a:pt x="224038" y="108314"/>
                    </a:cubicBezTo>
                    <a:cubicBezTo>
                      <a:pt x="218320" y="105925"/>
                      <a:pt x="213135" y="102424"/>
                      <a:pt x="208785" y="98015"/>
                    </a:cubicBezTo>
                    <a:cubicBezTo>
                      <a:pt x="204434" y="93606"/>
                      <a:pt x="201001" y="88376"/>
                      <a:pt x="198685" y="82628"/>
                    </a:cubicBezTo>
                    <a:cubicBezTo>
                      <a:pt x="196368" y="76881"/>
                      <a:pt x="195213" y="70731"/>
                      <a:pt x="195290" y="64534"/>
                    </a:cubicBezTo>
                    <a:lnTo>
                      <a:pt x="195290" y="65119"/>
                    </a:lnTo>
                    <a:close/>
                    <a:moveTo>
                      <a:pt x="357399" y="205560"/>
                    </a:moveTo>
                    <a:lnTo>
                      <a:pt x="300674" y="223700"/>
                    </a:lnTo>
                    <a:cubicBezTo>
                      <a:pt x="296054" y="214019"/>
                      <a:pt x="289104" y="205637"/>
                      <a:pt x="280448" y="199305"/>
                    </a:cubicBezTo>
                    <a:cubicBezTo>
                      <a:pt x="271792" y="192974"/>
                      <a:pt x="261704" y="188889"/>
                      <a:pt x="251084" y="187419"/>
                    </a:cubicBezTo>
                    <a:lnTo>
                      <a:pt x="251084" y="128903"/>
                    </a:lnTo>
                    <a:cubicBezTo>
                      <a:pt x="265567" y="126974"/>
                      <a:pt x="278953" y="120114"/>
                      <a:pt x="288976" y="109475"/>
                    </a:cubicBezTo>
                    <a:lnTo>
                      <a:pt x="364188" y="164013"/>
                    </a:lnTo>
                    <a:cubicBezTo>
                      <a:pt x="359093" y="173387"/>
                      <a:pt x="356443" y="183890"/>
                      <a:pt x="356468" y="194559"/>
                    </a:cubicBezTo>
                    <a:cubicBezTo>
                      <a:pt x="356494" y="198205"/>
                      <a:pt x="356808" y="201844"/>
                      <a:pt x="357399" y="205443"/>
                    </a:cubicBezTo>
                    <a:lnTo>
                      <a:pt x="357399" y="205560"/>
                    </a:lnTo>
                    <a:close/>
                    <a:moveTo>
                      <a:pt x="289682" y="251554"/>
                    </a:moveTo>
                    <a:cubicBezTo>
                      <a:pt x="289682" y="260812"/>
                      <a:pt x="286935" y="269863"/>
                      <a:pt x="281795" y="277562"/>
                    </a:cubicBezTo>
                    <a:cubicBezTo>
                      <a:pt x="276656" y="285261"/>
                      <a:pt x="269347" y="291262"/>
                      <a:pt x="260800" y="294804"/>
                    </a:cubicBezTo>
                    <a:cubicBezTo>
                      <a:pt x="252246" y="298347"/>
                      <a:pt x="242839" y="299277"/>
                      <a:pt x="233765" y="297467"/>
                    </a:cubicBezTo>
                    <a:cubicBezTo>
                      <a:pt x="224692" y="295664"/>
                      <a:pt x="216357" y="291205"/>
                      <a:pt x="209811" y="284656"/>
                    </a:cubicBezTo>
                    <a:cubicBezTo>
                      <a:pt x="203266" y="278109"/>
                      <a:pt x="198813" y="269768"/>
                      <a:pt x="197010" y="260687"/>
                    </a:cubicBezTo>
                    <a:cubicBezTo>
                      <a:pt x="195200" y="251606"/>
                      <a:pt x="196131" y="242193"/>
                      <a:pt x="199666" y="233639"/>
                    </a:cubicBezTo>
                    <a:cubicBezTo>
                      <a:pt x="203208" y="225085"/>
                      <a:pt x="209208" y="217774"/>
                      <a:pt x="216902" y="212630"/>
                    </a:cubicBezTo>
                    <a:cubicBezTo>
                      <a:pt x="224596" y="207486"/>
                      <a:pt x="233643" y="204740"/>
                      <a:pt x="242897" y="204740"/>
                    </a:cubicBezTo>
                    <a:cubicBezTo>
                      <a:pt x="255281" y="204740"/>
                      <a:pt x="267165" y="209657"/>
                      <a:pt x="275937" y="218411"/>
                    </a:cubicBezTo>
                    <a:cubicBezTo>
                      <a:pt x="284709" y="227164"/>
                      <a:pt x="289650" y="239041"/>
                      <a:pt x="289682" y="251437"/>
                    </a:cubicBezTo>
                    <a:lnTo>
                      <a:pt x="289682" y="251554"/>
                    </a:lnTo>
                    <a:close/>
                    <a:moveTo>
                      <a:pt x="233772" y="128903"/>
                    </a:moveTo>
                    <a:lnTo>
                      <a:pt x="233772" y="187419"/>
                    </a:lnTo>
                    <a:cubicBezTo>
                      <a:pt x="223171" y="188866"/>
                      <a:pt x="213103" y="192929"/>
                      <a:pt x="204466" y="199242"/>
                    </a:cubicBezTo>
                    <a:cubicBezTo>
                      <a:pt x="195823" y="205555"/>
                      <a:pt x="188892" y="213920"/>
                      <a:pt x="184292" y="223583"/>
                    </a:cubicBezTo>
                    <a:lnTo>
                      <a:pt x="127451" y="205443"/>
                    </a:lnTo>
                    <a:cubicBezTo>
                      <a:pt x="128183" y="201585"/>
                      <a:pt x="128536" y="197666"/>
                      <a:pt x="128504" y="193739"/>
                    </a:cubicBezTo>
                    <a:cubicBezTo>
                      <a:pt x="128407" y="183361"/>
                      <a:pt x="125796" y="173162"/>
                      <a:pt x="120900" y="164013"/>
                    </a:cubicBezTo>
                    <a:lnTo>
                      <a:pt x="195989" y="109358"/>
                    </a:lnTo>
                    <a:cubicBezTo>
                      <a:pt x="205974" y="120016"/>
                      <a:pt x="219308" y="126917"/>
                      <a:pt x="233772" y="128903"/>
                    </a:cubicBezTo>
                    <a:close/>
                    <a:moveTo>
                      <a:pt x="122189" y="222530"/>
                    </a:moveTo>
                    <a:lnTo>
                      <a:pt x="179030" y="240670"/>
                    </a:lnTo>
                    <a:cubicBezTo>
                      <a:pt x="178305" y="244528"/>
                      <a:pt x="177952" y="248447"/>
                      <a:pt x="177977" y="252373"/>
                    </a:cubicBezTo>
                    <a:cubicBezTo>
                      <a:pt x="177939" y="261141"/>
                      <a:pt x="179703" y="269823"/>
                      <a:pt x="183162" y="277877"/>
                    </a:cubicBezTo>
                    <a:cubicBezTo>
                      <a:pt x="186621" y="285932"/>
                      <a:pt x="191709" y="293187"/>
                      <a:pt x="198094" y="299187"/>
                    </a:cubicBezTo>
                    <a:lnTo>
                      <a:pt x="163007" y="348340"/>
                    </a:lnTo>
                    <a:cubicBezTo>
                      <a:pt x="153677" y="343264"/>
                      <a:pt x="143217" y="340608"/>
                      <a:pt x="132598" y="340614"/>
                    </a:cubicBezTo>
                    <a:cubicBezTo>
                      <a:pt x="128670" y="340595"/>
                      <a:pt x="124756" y="340948"/>
                      <a:pt x="120900" y="341673"/>
                    </a:cubicBezTo>
                    <a:lnTo>
                      <a:pt x="92126" y="252256"/>
                    </a:lnTo>
                    <a:cubicBezTo>
                      <a:pt x="105249" y="246039"/>
                      <a:pt x="115888" y="235562"/>
                      <a:pt x="122305" y="222530"/>
                    </a:cubicBezTo>
                    <a:lnTo>
                      <a:pt x="122189" y="222530"/>
                    </a:lnTo>
                    <a:close/>
                    <a:moveTo>
                      <a:pt x="352605" y="339562"/>
                    </a:moveTo>
                    <a:cubicBezTo>
                      <a:pt x="341998" y="339581"/>
                      <a:pt x="331558" y="342193"/>
                      <a:pt x="322196" y="347172"/>
                    </a:cubicBezTo>
                    <a:lnTo>
                      <a:pt x="287109" y="298250"/>
                    </a:lnTo>
                    <a:cubicBezTo>
                      <a:pt x="293474" y="292231"/>
                      <a:pt x="298543" y="284975"/>
                      <a:pt x="302002" y="276925"/>
                    </a:cubicBezTo>
                    <a:cubicBezTo>
                      <a:pt x="305461" y="268874"/>
                      <a:pt x="307238" y="260200"/>
                      <a:pt x="307225" y="251437"/>
                    </a:cubicBezTo>
                    <a:cubicBezTo>
                      <a:pt x="307258" y="247511"/>
                      <a:pt x="306905" y="243591"/>
                      <a:pt x="306173" y="239734"/>
                    </a:cubicBezTo>
                    <a:lnTo>
                      <a:pt x="362430" y="221828"/>
                    </a:lnTo>
                    <a:cubicBezTo>
                      <a:pt x="368801" y="235063"/>
                      <a:pt x="379428" y="245777"/>
                      <a:pt x="392608" y="252256"/>
                    </a:cubicBezTo>
                    <a:lnTo>
                      <a:pt x="363950" y="340499"/>
                    </a:lnTo>
                    <a:cubicBezTo>
                      <a:pt x="360209" y="339844"/>
                      <a:pt x="356411" y="339530"/>
                      <a:pt x="352605" y="339562"/>
                    </a:cubicBezTo>
                    <a:close/>
                    <a:moveTo>
                      <a:pt x="374127" y="194208"/>
                    </a:moveTo>
                    <a:cubicBezTo>
                      <a:pt x="374127" y="184949"/>
                      <a:pt x="376874" y="175898"/>
                      <a:pt x="382014" y="168199"/>
                    </a:cubicBezTo>
                    <a:cubicBezTo>
                      <a:pt x="387154" y="160501"/>
                      <a:pt x="394462" y="154501"/>
                      <a:pt x="403010" y="150957"/>
                    </a:cubicBezTo>
                    <a:cubicBezTo>
                      <a:pt x="411557" y="147414"/>
                      <a:pt x="420964" y="146487"/>
                      <a:pt x="430044" y="148293"/>
                    </a:cubicBezTo>
                    <a:cubicBezTo>
                      <a:pt x="439117" y="150099"/>
                      <a:pt x="447453" y="154559"/>
                      <a:pt x="453998" y="161105"/>
                    </a:cubicBezTo>
                    <a:cubicBezTo>
                      <a:pt x="460537" y="167652"/>
                      <a:pt x="464996" y="175993"/>
                      <a:pt x="466799" y="185074"/>
                    </a:cubicBezTo>
                    <a:cubicBezTo>
                      <a:pt x="468603" y="194156"/>
                      <a:pt x="467679" y="203568"/>
                      <a:pt x="464136" y="212122"/>
                    </a:cubicBezTo>
                    <a:cubicBezTo>
                      <a:pt x="460594" y="220676"/>
                      <a:pt x="454601" y="227988"/>
                      <a:pt x="446907" y="233132"/>
                    </a:cubicBezTo>
                    <a:cubicBezTo>
                      <a:pt x="439213" y="238275"/>
                      <a:pt x="430166" y="241021"/>
                      <a:pt x="420913" y="241021"/>
                    </a:cubicBezTo>
                    <a:cubicBezTo>
                      <a:pt x="408502" y="241021"/>
                      <a:pt x="396606" y="236089"/>
                      <a:pt x="387834" y="227310"/>
                    </a:cubicBezTo>
                    <a:cubicBezTo>
                      <a:pt x="379056" y="218531"/>
                      <a:pt x="374127" y="206623"/>
                      <a:pt x="374127" y="194208"/>
                    </a:cubicBezTo>
                    <a:close/>
                  </a:path>
                </a:pathLst>
              </a:custGeom>
              <a:solidFill>
                <a:srgbClr val="AA643B"/>
              </a:solidFill>
              <a:ln w="6417" cap="flat">
                <a:noFill/>
                <a:prstDash val="solid"/>
                <a:miter/>
              </a:ln>
            </p:spPr>
            <p:txBody>
              <a:bodyPr rtlCol="0" anchor="ctr"/>
              <a:lstStyle/>
              <a:p>
                <a:endParaRPr lang="en-US"/>
              </a:p>
            </p:txBody>
          </p:sp>
        </p:grpSp>
        <p:pic>
          <p:nvPicPr>
            <p:cNvPr id="98" name="Graphic 3">
              <a:extLst>
                <a:ext uri="{FF2B5EF4-FFF2-40B4-BE49-F238E27FC236}">
                  <a16:creationId xmlns:a16="http://schemas.microsoft.com/office/drawing/2014/main" id="{31B3EC5B-311C-AE79-93C3-5AB727ABFC4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24815" y="4857792"/>
              <a:ext cx="174172" cy="228600"/>
            </a:xfrm>
            <a:prstGeom prst="rect">
              <a:avLst/>
            </a:prstGeom>
          </p:spPr>
        </p:pic>
        <p:pic>
          <p:nvPicPr>
            <p:cNvPr id="99" name="Graphic 4">
              <a:extLst>
                <a:ext uri="{FF2B5EF4-FFF2-40B4-BE49-F238E27FC236}">
                  <a16:creationId xmlns:a16="http://schemas.microsoft.com/office/drawing/2014/main" id="{83753F5E-119F-985C-E488-462C9F2A7D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62545" y="4827930"/>
              <a:ext cx="228600" cy="228600"/>
            </a:xfrm>
            <a:prstGeom prst="rect">
              <a:avLst/>
            </a:prstGeom>
          </p:spPr>
        </p:pic>
        <p:pic>
          <p:nvPicPr>
            <p:cNvPr id="100" name="Graphic 4">
              <a:extLst>
                <a:ext uri="{FF2B5EF4-FFF2-40B4-BE49-F238E27FC236}">
                  <a16:creationId xmlns:a16="http://schemas.microsoft.com/office/drawing/2014/main" id="{42E2A34A-D46A-3450-FC57-CA8ECCC02B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44033" y="5009255"/>
              <a:ext cx="288000" cy="288000"/>
            </a:xfrm>
            <a:prstGeom prst="rect">
              <a:avLst/>
            </a:prstGeom>
          </p:spPr>
        </p:pic>
        <p:pic>
          <p:nvPicPr>
            <p:cNvPr id="101" name="Graphic 3">
              <a:extLst>
                <a:ext uri="{FF2B5EF4-FFF2-40B4-BE49-F238E27FC236}">
                  <a16:creationId xmlns:a16="http://schemas.microsoft.com/office/drawing/2014/main" id="{AF18CF82-CDFD-4790-4C00-082208AE784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41566" y="5006808"/>
              <a:ext cx="219430" cy="288000"/>
            </a:xfrm>
            <a:prstGeom prst="rect">
              <a:avLst/>
            </a:prstGeom>
          </p:spPr>
        </p:pic>
        <p:pic>
          <p:nvPicPr>
            <p:cNvPr id="117" name="Picture 116">
              <a:extLst>
                <a:ext uri="{FF2B5EF4-FFF2-40B4-BE49-F238E27FC236}">
                  <a16:creationId xmlns:a16="http://schemas.microsoft.com/office/drawing/2014/main" id="{B303E96E-A6FE-372D-7908-EBAD2E4D1B2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23764" y="3434123"/>
              <a:ext cx="396000" cy="396000"/>
            </a:xfrm>
            <a:prstGeom prst="rect">
              <a:avLst/>
            </a:prstGeom>
          </p:spPr>
        </p:pic>
        <p:sp>
          <p:nvSpPr>
            <p:cNvPr id="118" name="Rectangle 117">
              <a:extLst>
                <a:ext uri="{FF2B5EF4-FFF2-40B4-BE49-F238E27FC236}">
                  <a16:creationId xmlns:a16="http://schemas.microsoft.com/office/drawing/2014/main" id="{BA767639-AAF3-08BA-2855-46400B15D260}"/>
                </a:ext>
              </a:extLst>
            </p:cNvPr>
            <p:cNvSpPr/>
            <p:nvPr/>
          </p:nvSpPr>
          <p:spPr>
            <a:xfrm>
              <a:off x="5146072" y="3865063"/>
              <a:ext cx="336550" cy="175244"/>
            </a:xfrm>
            <a:prstGeom prst="rect">
              <a:avLst/>
            </a:prstGeom>
            <a:solidFill>
              <a:srgbClr val="FCFBFA"/>
            </a:solidFill>
          </p:spPr>
          <p:txBody>
            <a:bodyPr wrap="square" lIns="27432" tIns="0" rIns="27432" bIns="0">
              <a:spAutoFit/>
            </a:bodyPr>
            <a:lstStyle/>
            <a:p>
              <a:r>
                <a:rPr lang="en-US" sz="1100" b="1">
                  <a:solidFill>
                    <a:srgbClr val="312D2A"/>
                  </a:solidFill>
                  <a:ea typeface="Open Sans" panose="020B0606030504020204" pitchFamily="34" charset="0"/>
                  <a:cs typeface="Open Sans" panose="020B0606030504020204" pitchFamily="34" charset="0"/>
                </a:rPr>
                <a:t>DRG</a:t>
              </a:r>
            </a:p>
          </p:txBody>
        </p:sp>
        <p:sp>
          <p:nvSpPr>
            <p:cNvPr id="142" name="Rectangle 141">
              <a:extLst>
                <a:ext uri="{FF2B5EF4-FFF2-40B4-BE49-F238E27FC236}">
                  <a16:creationId xmlns:a16="http://schemas.microsoft.com/office/drawing/2014/main" id="{6412B8EE-CB16-F583-C0DF-CA093602C9FF}"/>
                </a:ext>
              </a:extLst>
            </p:cNvPr>
            <p:cNvSpPr/>
            <p:nvPr/>
          </p:nvSpPr>
          <p:spPr>
            <a:xfrm>
              <a:off x="7575367" y="2444267"/>
              <a:ext cx="1534719" cy="169277"/>
            </a:xfrm>
            <a:prstGeom prst="rect">
              <a:avLst/>
            </a:prstGeom>
            <a:solidFill>
              <a:srgbClr val="FCFBFA"/>
            </a:solidFill>
          </p:spPr>
          <p:txBody>
            <a:bodyPr wrap="square" lIns="27432" tIns="0" rIns="27432" bIns="0">
              <a:spAutoFit/>
            </a:bodyPr>
            <a:lstStyle/>
            <a:p>
              <a:r>
                <a:rPr lang="en-US" sz="1100" b="1">
                  <a:solidFill>
                    <a:schemeClr val="accent2">
                      <a:lumMod val="75000"/>
                    </a:schemeClr>
                  </a:solidFill>
                  <a:ea typeface="Open Sans" panose="020B0606030504020204" pitchFamily="34" charset="0"/>
                  <a:cs typeface="Open Sans" panose="020B0606030504020204" pitchFamily="34" charset="0"/>
                </a:rPr>
                <a:t>Virtual Cloud Network</a:t>
              </a:r>
            </a:p>
          </p:txBody>
        </p:sp>
        <p:sp>
          <p:nvSpPr>
            <p:cNvPr id="143" name="Rectangle 142">
              <a:extLst>
                <a:ext uri="{FF2B5EF4-FFF2-40B4-BE49-F238E27FC236}">
                  <a16:creationId xmlns:a16="http://schemas.microsoft.com/office/drawing/2014/main" id="{42AD1C92-B6D5-C914-2B04-CB1BBDAA0BB0}"/>
                </a:ext>
              </a:extLst>
            </p:cNvPr>
            <p:cNvSpPr/>
            <p:nvPr/>
          </p:nvSpPr>
          <p:spPr>
            <a:xfrm>
              <a:off x="7854546" y="2840582"/>
              <a:ext cx="1534719" cy="338554"/>
            </a:xfrm>
            <a:prstGeom prst="rect">
              <a:avLst/>
            </a:prstGeom>
            <a:solidFill>
              <a:srgbClr val="FCFBFA"/>
            </a:solidFill>
          </p:spPr>
          <p:txBody>
            <a:bodyPr wrap="square" lIns="27432" tIns="0" rIns="27432" bIns="0">
              <a:spAutoFit/>
            </a:bodyPr>
            <a:lstStyle/>
            <a:p>
              <a:r>
                <a:rPr lang="en-US" sz="1100" b="1">
                  <a:solidFill>
                    <a:schemeClr val="accent2">
                      <a:lumMod val="75000"/>
                    </a:schemeClr>
                  </a:solidFill>
                  <a:ea typeface="Open Sans" panose="020B0606030504020204" pitchFamily="34" charset="0"/>
                  <a:cs typeface="Open Sans" panose="020B0606030504020204" pitchFamily="34" charset="0"/>
                </a:rPr>
                <a:t>VCN Subnet</a:t>
              </a:r>
            </a:p>
            <a:p>
              <a:r>
                <a:rPr lang="en-US" sz="1100" b="1">
                  <a:solidFill>
                    <a:schemeClr val="accent2">
                      <a:lumMod val="75000"/>
                    </a:schemeClr>
                  </a:solidFill>
                  <a:ea typeface="Open Sans" panose="020B0606030504020204" pitchFamily="34" charset="0"/>
                  <a:cs typeface="Open Sans" panose="020B0606030504020204" pitchFamily="34" charset="0"/>
                </a:rPr>
                <a:t>10.0.0.0/24</a:t>
              </a:r>
            </a:p>
          </p:txBody>
        </p:sp>
        <p:sp>
          <p:nvSpPr>
            <p:cNvPr id="144" name="Rectangle 143">
              <a:extLst>
                <a:ext uri="{FF2B5EF4-FFF2-40B4-BE49-F238E27FC236}">
                  <a16:creationId xmlns:a16="http://schemas.microsoft.com/office/drawing/2014/main" id="{A3FADF50-670D-5A0B-6033-4F05A2EFE360}"/>
                </a:ext>
              </a:extLst>
            </p:cNvPr>
            <p:cNvSpPr/>
            <p:nvPr/>
          </p:nvSpPr>
          <p:spPr>
            <a:xfrm>
              <a:off x="6044031" y="3678378"/>
              <a:ext cx="1513979" cy="507831"/>
            </a:xfrm>
            <a:prstGeom prst="rect">
              <a:avLst/>
            </a:prstGeom>
            <a:noFill/>
          </p:spPr>
          <p:txBody>
            <a:bodyPr wrap="square" lIns="27432" tIns="0" rIns="27432" bIns="0">
              <a:spAutoFit/>
            </a:bodyPr>
            <a:lstStyle/>
            <a:p>
              <a:pPr algn="ctr"/>
              <a:r>
                <a:rPr lang="en-US" sz="1100" b="1">
                  <a:solidFill>
                    <a:srgbClr val="29474B"/>
                  </a:solidFill>
                  <a:ea typeface="Open Sans" panose="020B0606030504020204" pitchFamily="34" charset="0"/>
                  <a:cs typeface="Open Sans" panose="020B0606030504020204" pitchFamily="34" charset="0"/>
                </a:rPr>
                <a:t>Private DNS </a:t>
              </a:r>
            </a:p>
            <a:p>
              <a:pPr algn="ctr"/>
              <a:r>
                <a:rPr lang="en-US" sz="1100" b="1">
                  <a:solidFill>
                    <a:srgbClr val="29474B"/>
                  </a:solidFill>
                  <a:ea typeface="Open Sans" panose="020B0606030504020204" pitchFamily="34" charset="0"/>
                  <a:cs typeface="Open Sans" panose="020B0606030504020204" pitchFamily="34" charset="0"/>
                </a:rPr>
                <a:t>Resolver Forwarder</a:t>
              </a:r>
            </a:p>
            <a:p>
              <a:pPr algn="ctr"/>
              <a:r>
                <a:rPr lang="en-US" sz="1100" b="1">
                  <a:solidFill>
                    <a:srgbClr val="29474B"/>
                  </a:solidFill>
                  <a:ea typeface="Open Sans" panose="020B0606030504020204" pitchFamily="34" charset="0"/>
                  <a:cs typeface="Open Sans" panose="020B0606030504020204" pitchFamily="34" charset="0"/>
                </a:rPr>
                <a:t>10.0.0.5</a:t>
              </a:r>
            </a:p>
          </p:txBody>
        </p:sp>
        <p:sp>
          <p:nvSpPr>
            <p:cNvPr id="145" name="Rectangle 144">
              <a:extLst>
                <a:ext uri="{FF2B5EF4-FFF2-40B4-BE49-F238E27FC236}">
                  <a16:creationId xmlns:a16="http://schemas.microsoft.com/office/drawing/2014/main" id="{7F4D5010-4D26-BB93-23AD-CC1EA4AF4B22}"/>
                </a:ext>
              </a:extLst>
            </p:cNvPr>
            <p:cNvSpPr/>
            <p:nvPr/>
          </p:nvSpPr>
          <p:spPr>
            <a:xfrm>
              <a:off x="8844779" y="3673228"/>
              <a:ext cx="1513979" cy="507831"/>
            </a:xfrm>
            <a:prstGeom prst="rect">
              <a:avLst/>
            </a:prstGeom>
            <a:noFill/>
          </p:spPr>
          <p:txBody>
            <a:bodyPr wrap="square" lIns="27432" tIns="0" rIns="27432" bIns="0">
              <a:spAutoFit/>
            </a:bodyPr>
            <a:lstStyle/>
            <a:p>
              <a:pPr algn="ctr"/>
              <a:r>
                <a:rPr lang="en-US" sz="1100" b="1">
                  <a:solidFill>
                    <a:srgbClr val="29474B"/>
                  </a:solidFill>
                  <a:ea typeface="Open Sans" panose="020B0606030504020204" pitchFamily="34" charset="0"/>
                  <a:cs typeface="Open Sans" panose="020B0606030504020204" pitchFamily="34" charset="0"/>
                </a:rPr>
                <a:t>Private DNS </a:t>
              </a:r>
            </a:p>
            <a:p>
              <a:pPr algn="ctr"/>
              <a:r>
                <a:rPr lang="en-US" sz="1100" b="1">
                  <a:solidFill>
                    <a:srgbClr val="29474B"/>
                  </a:solidFill>
                  <a:ea typeface="Open Sans" panose="020B0606030504020204" pitchFamily="34" charset="0"/>
                  <a:cs typeface="Open Sans" panose="020B0606030504020204" pitchFamily="34" charset="0"/>
                </a:rPr>
                <a:t>Resolver Listener</a:t>
              </a:r>
            </a:p>
            <a:p>
              <a:pPr algn="ctr"/>
              <a:r>
                <a:rPr lang="en-US" sz="1100" b="1">
                  <a:solidFill>
                    <a:srgbClr val="29474B"/>
                  </a:solidFill>
                  <a:ea typeface="Open Sans" panose="020B0606030504020204" pitchFamily="34" charset="0"/>
                  <a:cs typeface="Open Sans" panose="020B0606030504020204" pitchFamily="34" charset="0"/>
                </a:rPr>
                <a:t>10.0.0.4</a:t>
              </a:r>
            </a:p>
          </p:txBody>
        </p:sp>
        <p:sp>
          <p:nvSpPr>
            <p:cNvPr id="149" name="Rectangle 148">
              <a:extLst>
                <a:ext uri="{FF2B5EF4-FFF2-40B4-BE49-F238E27FC236}">
                  <a16:creationId xmlns:a16="http://schemas.microsoft.com/office/drawing/2014/main" id="{E51D32FA-B7B0-51B3-0C66-8D280B6426AA}"/>
                </a:ext>
              </a:extLst>
            </p:cNvPr>
            <p:cNvSpPr/>
            <p:nvPr/>
          </p:nvSpPr>
          <p:spPr>
            <a:xfrm>
              <a:off x="5323977" y="1907689"/>
              <a:ext cx="2206376" cy="369332"/>
            </a:xfrm>
            <a:prstGeom prst="rect">
              <a:avLst/>
            </a:prstGeom>
            <a:noFill/>
          </p:spPr>
          <p:txBody>
            <a:bodyPr wrap="square" lIns="27432" tIns="0" rIns="27432" bIns="0">
              <a:spAutoFit/>
            </a:bodyPr>
            <a:lstStyle/>
            <a:p>
              <a:r>
                <a:rPr lang="en-US" sz="1200" b="1">
                  <a:solidFill>
                    <a:srgbClr val="312D2A"/>
                  </a:solidFill>
                  <a:ea typeface="Open Sans" panose="020B0606030504020204" pitchFamily="34" charset="0"/>
                  <a:cs typeface="Open Sans" panose="020B0606030504020204" pitchFamily="34" charset="0"/>
                </a:rPr>
                <a:t>Oracle Cloud Infrastructure (Region)</a:t>
              </a:r>
            </a:p>
          </p:txBody>
        </p:sp>
        <p:sp>
          <p:nvSpPr>
            <p:cNvPr id="158" name="Rectangle 157">
              <a:extLst>
                <a:ext uri="{FF2B5EF4-FFF2-40B4-BE49-F238E27FC236}">
                  <a16:creationId xmlns:a16="http://schemas.microsoft.com/office/drawing/2014/main" id="{9174496E-D22E-BB17-47B1-F5535918F302}"/>
                </a:ext>
              </a:extLst>
            </p:cNvPr>
            <p:cNvSpPr/>
            <p:nvPr/>
          </p:nvSpPr>
          <p:spPr>
            <a:xfrm>
              <a:off x="5264435" y="5446382"/>
              <a:ext cx="2281286" cy="599767"/>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accent4">
                      <a:lumMod val="60000"/>
                      <a:lumOff val="40000"/>
                    </a:schemeClr>
                  </a:solidFill>
                </a:rPr>
                <a:t>DNS Policy:</a:t>
              </a:r>
            </a:p>
            <a:p>
              <a:r>
                <a:rPr lang="en-IN" sz="1000">
                  <a:solidFill>
                    <a:schemeClr val="accent4">
                      <a:lumMod val="60000"/>
                      <a:lumOff val="40000"/>
                    </a:schemeClr>
                  </a:solidFill>
                </a:rPr>
                <a:t>Onprem.internal: (Forward 10.0.1.5)</a:t>
              </a:r>
            </a:p>
            <a:p>
              <a:r>
                <a:rPr lang="en-IN" sz="1000">
                  <a:solidFill>
                    <a:schemeClr val="accent4">
                      <a:lumMod val="60000"/>
                      <a:lumOff val="40000"/>
                    </a:schemeClr>
                  </a:solidFill>
                </a:rPr>
                <a:t>Else: (Resolve locally)</a:t>
              </a:r>
            </a:p>
          </p:txBody>
        </p:sp>
      </p:grpSp>
      <p:grpSp>
        <p:nvGrpSpPr>
          <p:cNvPr id="159" name="Group 158">
            <a:extLst>
              <a:ext uri="{FF2B5EF4-FFF2-40B4-BE49-F238E27FC236}">
                <a16:creationId xmlns:a16="http://schemas.microsoft.com/office/drawing/2014/main" id="{91E705D7-EEC2-5427-2B63-ACD22D55A84E}"/>
              </a:ext>
            </a:extLst>
          </p:cNvPr>
          <p:cNvGrpSpPr/>
          <p:nvPr/>
        </p:nvGrpSpPr>
        <p:grpSpPr>
          <a:xfrm>
            <a:off x="10345436" y="2793254"/>
            <a:ext cx="1597906" cy="1676991"/>
            <a:chOff x="9494536" y="4004988"/>
            <a:chExt cx="1615916" cy="1603920"/>
          </a:xfrm>
        </p:grpSpPr>
        <p:sp>
          <p:nvSpPr>
            <p:cNvPr id="160" name="Rectangle 159">
              <a:extLst>
                <a:ext uri="{FF2B5EF4-FFF2-40B4-BE49-F238E27FC236}">
                  <a16:creationId xmlns:a16="http://schemas.microsoft.com/office/drawing/2014/main" id="{6BEDC9F8-9195-3B8F-B0FD-F8173ACE4394}"/>
                </a:ext>
              </a:extLst>
            </p:cNvPr>
            <p:cNvSpPr/>
            <p:nvPr/>
          </p:nvSpPr>
          <p:spPr>
            <a:xfrm>
              <a:off x="9494536" y="4004988"/>
              <a:ext cx="1615916" cy="160392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1" name="Rectangle 160">
              <a:extLst>
                <a:ext uri="{FF2B5EF4-FFF2-40B4-BE49-F238E27FC236}">
                  <a16:creationId xmlns:a16="http://schemas.microsoft.com/office/drawing/2014/main" id="{AF55869B-98F6-F39D-09BF-9C3949DBAE10}"/>
                </a:ext>
              </a:extLst>
            </p:cNvPr>
            <p:cNvSpPr/>
            <p:nvPr/>
          </p:nvSpPr>
          <p:spPr>
            <a:xfrm>
              <a:off x="10085066" y="4028413"/>
              <a:ext cx="487441" cy="184666"/>
            </a:xfrm>
            <a:prstGeom prst="rect">
              <a:avLst/>
            </a:prstGeom>
            <a:noFill/>
          </p:spPr>
          <p:txBody>
            <a:bodyPr wrap="square" lIns="27432" tIns="0" rIns="27432" bIns="0">
              <a:spAutoFit/>
            </a:bodyPr>
            <a:lstStyle/>
            <a:p>
              <a:r>
                <a:rPr lang="en-US" sz="1200">
                  <a:solidFill>
                    <a:schemeClr val="accent4">
                      <a:lumMod val="60000"/>
                      <a:lumOff val="40000"/>
                    </a:schemeClr>
                  </a:solidFill>
                  <a:ea typeface="Open Sans" panose="020B0606030504020204" pitchFamily="34" charset="0"/>
                  <a:cs typeface="Open Sans" panose="020B0606030504020204" pitchFamily="34" charset="0"/>
                </a:rPr>
                <a:t>Zones</a:t>
              </a:r>
            </a:p>
          </p:txBody>
        </p:sp>
        <p:grpSp>
          <p:nvGrpSpPr>
            <p:cNvPr id="162" name="Group 161">
              <a:extLst>
                <a:ext uri="{FF2B5EF4-FFF2-40B4-BE49-F238E27FC236}">
                  <a16:creationId xmlns:a16="http://schemas.microsoft.com/office/drawing/2014/main" id="{05F3FC25-CBC6-B8B1-66D2-88C273A18D42}"/>
                </a:ext>
              </a:extLst>
            </p:cNvPr>
            <p:cNvGrpSpPr/>
            <p:nvPr/>
          </p:nvGrpSpPr>
          <p:grpSpPr>
            <a:xfrm>
              <a:off x="9640697" y="4883806"/>
              <a:ext cx="1351399" cy="573670"/>
              <a:chOff x="9599177" y="3025510"/>
              <a:chExt cx="1351399" cy="573670"/>
            </a:xfrm>
          </p:grpSpPr>
          <p:sp>
            <p:nvSpPr>
              <p:cNvPr id="164" name="Rectangle 163">
                <a:extLst>
                  <a:ext uri="{FF2B5EF4-FFF2-40B4-BE49-F238E27FC236}">
                    <a16:creationId xmlns:a16="http://schemas.microsoft.com/office/drawing/2014/main" id="{018C170A-DD3F-BBB0-D1A5-4A4E74E7EAE1}"/>
                  </a:ext>
                </a:extLst>
              </p:cNvPr>
              <p:cNvSpPr/>
              <p:nvPr/>
            </p:nvSpPr>
            <p:spPr>
              <a:xfrm>
                <a:off x="9599177" y="3025510"/>
                <a:ext cx="1351399" cy="5736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5" name="Rectangle 164">
                <a:extLst>
                  <a:ext uri="{FF2B5EF4-FFF2-40B4-BE49-F238E27FC236}">
                    <a16:creationId xmlns:a16="http://schemas.microsoft.com/office/drawing/2014/main" id="{3619862A-3546-75EB-969F-17308CCE012F}"/>
                  </a:ext>
                </a:extLst>
              </p:cNvPr>
              <p:cNvSpPr/>
              <p:nvPr/>
            </p:nvSpPr>
            <p:spPr>
              <a:xfrm>
                <a:off x="9651415" y="3053903"/>
                <a:ext cx="1105102" cy="153888"/>
              </a:xfrm>
              <a:prstGeom prst="rect">
                <a:avLst/>
              </a:prstGeom>
              <a:noFill/>
            </p:spPr>
            <p:txBody>
              <a:bodyPr wrap="square" lIns="27432" tIns="0" rIns="27432" bIns="0">
                <a:spAutoFit/>
              </a:bodyPr>
              <a:lstStyle/>
              <a:p>
                <a:r>
                  <a:rPr lang="en-US" sz="1000" b="1">
                    <a:solidFill>
                      <a:srgbClr val="312D2A"/>
                    </a:solidFill>
                    <a:ea typeface="Open Sans" panose="020B0606030504020204" pitchFamily="34" charset="0"/>
                    <a:cs typeface="Open Sans" panose="020B0606030504020204" pitchFamily="34" charset="0"/>
                  </a:rPr>
                  <a:t>ocizone.Internal</a:t>
                </a:r>
              </a:p>
            </p:txBody>
          </p:sp>
          <p:sp>
            <p:nvSpPr>
              <p:cNvPr id="166" name="Rectangle 165">
                <a:extLst>
                  <a:ext uri="{FF2B5EF4-FFF2-40B4-BE49-F238E27FC236}">
                    <a16:creationId xmlns:a16="http://schemas.microsoft.com/office/drawing/2014/main" id="{F5958323-50EA-1401-125B-672A268B3B84}"/>
                  </a:ext>
                </a:extLst>
              </p:cNvPr>
              <p:cNvSpPr/>
              <p:nvPr/>
            </p:nvSpPr>
            <p:spPr>
              <a:xfrm>
                <a:off x="9676643" y="3206901"/>
                <a:ext cx="1105102" cy="307777"/>
              </a:xfrm>
              <a:prstGeom prst="rect">
                <a:avLst/>
              </a:prstGeom>
              <a:noFill/>
            </p:spPr>
            <p:txBody>
              <a:bodyPr wrap="square" lIns="27432" tIns="0" rIns="27432" bIns="0">
                <a:spAutoFit/>
              </a:bodyPr>
              <a:lstStyle/>
              <a:p>
                <a:r>
                  <a:rPr lang="en-US" sz="1000" b="1">
                    <a:solidFill>
                      <a:srgbClr val="312D2A"/>
                    </a:solidFill>
                    <a:ea typeface="Open Sans" panose="020B0606030504020204" pitchFamily="34" charset="0"/>
                    <a:cs typeface="Open Sans" panose="020B0606030504020204" pitchFamily="34" charset="0"/>
                  </a:rPr>
                  <a:t>app1 – A – 10.0.0.2</a:t>
                </a:r>
              </a:p>
              <a:p>
                <a:r>
                  <a:rPr lang="en-US" sz="1000" b="1">
                    <a:solidFill>
                      <a:srgbClr val="312D2A"/>
                    </a:solidFill>
                    <a:ea typeface="Open Sans" panose="020B0606030504020204" pitchFamily="34" charset="0"/>
                    <a:cs typeface="Open Sans" panose="020B0606030504020204" pitchFamily="34" charset="0"/>
                  </a:rPr>
                  <a:t>app2 – A -  10.0.0.3</a:t>
                </a:r>
              </a:p>
            </p:txBody>
          </p:sp>
        </p:grpSp>
        <p:sp>
          <p:nvSpPr>
            <p:cNvPr id="163" name="Rectangle 162">
              <a:extLst>
                <a:ext uri="{FF2B5EF4-FFF2-40B4-BE49-F238E27FC236}">
                  <a16:creationId xmlns:a16="http://schemas.microsoft.com/office/drawing/2014/main" id="{EF9E1469-4DE8-9FE6-DF7A-B676703CF0F4}"/>
                </a:ext>
              </a:extLst>
            </p:cNvPr>
            <p:cNvSpPr/>
            <p:nvPr/>
          </p:nvSpPr>
          <p:spPr>
            <a:xfrm>
              <a:off x="9631232" y="4303571"/>
              <a:ext cx="1351399" cy="4587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1"/>
                  </a:solidFill>
                </a:rPr>
                <a:t>Oraclevcn.com</a:t>
              </a:r>
            </a:p>
            <a:p>
              <a:pPr algn="ctr"/>
              <a:r>
                <a:rPr lang="en-IN" sz="1000" b="1">
                  <a:solidFill>
                    <a:schemeClr val="tx1"/>
                  </a:solidFill>
                </a:rPr>
                <a:t>srv01 – A – 10.0.0.2</a:t>
              </a:r>
            </a:p>
          </p:txBody>
        </p:sp>
      </p:grpSp>
      <p:cxnSp>
        <p:nvCxnSpPr>
          <p:cNvPr id="168" name="Straight Arrow Connector 167">
            <a:extLst>
              <a:ext uri="{FF2B5EF4-FFF2-40B4-BE49-F238E27FC236}">
                <a16:creationId xmlns:a16="http://schemas.microsoft.com/office/drawing/2014/main" id="{01478614-5CED-6056-DF1D-378B48EC8C2A}"/>
              </a:ext>
            </a:extLst>
          </p:cNvPr>
          <p:cNvCxnSpPr>
            <a:cxnSpLocks/>
            <a:endCxn id="117" idx="1"/>
          </p:cNvCxnSpPr>
          <p:nvPr/>
        </p:nvCxnSpPr>
        <p:spPr>
          <a:xfrm>
            <a:off x="4071209" y="3632123"/>
            <a:ext cx="1052555" cy="0"/>
          </a:xfrm>
          <a:prstGeom prst="straightConnector1">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12892825-8CC2-C8FC-079A-1B933E9B7F72}"/>
              </a:ext>
            </a:extLst>
          </p:cNvPr>
          <p:cNvCxnSpPr>
            <a:cxnSpLocks/>
            <a:stCxn id="156" idx="3"/>
          </p:cNvCxnSpPr>
          <p:nvPr/>
        </p:nvCxnSpPr>
        <p:spPr>
          <a:xfrm>
            <a:off x="1498105" y="3486013"/>
            <a:ext cx="805539" cy="0"/>
          </a:xfrm>
          <a:prstGeom prst="straightConnector1">
            <a:avLst/>
          </a:prstGeom>
          <a:ln w="53975">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4B201089-D701-1C10-8AF8-64211414B2CC}"/>
              </a:ext>
            </a:extLst>
          </p:cNvPr>
          <p:cNvCxnSpPr>
            <a:cxnSpLocks/>
          </p:cNvCxnSpPr>
          <p:nvPr/>
        </p:nvCxnSpPr>
        <p:spPr>
          <a:xfrm>
            <a:off x="9843884" y="3429478"/>
            <a:ext cx="616928" cy="0"/>
          </a:xfrm>
          <a:prstGeom prst="straightConnector1">
            <a:avLst/>
          </a:prstGeom>
          <a:ln w="53975">
            <a:solidFill>
              <a:schemeClr val="tx1">
                <a:lumMod val="75000"/>
                <a:lumOff val="25000"/>
              </a:schemeClr>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A2BB42A-4FE4-6363-DB24-9D10E30697D5}"/>
              </a:ext>
            </a:extLst>
          </p:cNvPr>
          <p:cNvGrpSpPr/>
          <p:nvPr/>
        </p:nvGrpSpPr>
        <p:grpSpPr>
          <a:xfrm>
            <a:off x="237319" y="2909197"/>
            <a:ext cx="1351899" cy="1150774"/>
            <a:chOff x="237319" y="2909197"/>
            <a:chExt cx="1351899" cy="1150774"/>
          </a:xfrm>
        </p:grpSpPr>
        <p:sp>
          <p:nvSpPr>
            <p:cNvPr id="151" name="Rectangle 150">
              <a:extLst>
                <a:ext uri="{FF2B5EF4-FFF2-40B4-BE49-F238E27FC236}">
                  <a16:creationId xmlns:a16="http://schemas.microsoft.com/office/drawing/2014/main" id="{6820C380-80AB-7E21-413F-7C5532ABECF5}"/>
                </a:ext>
              </a:extLst>
            </p:cNvPr>
            <p:cNvSpPr/>
            <p:nvPr/>
          </p:nvSpPr>
          <p:spPr>
            <a:xfrm>
              <a:off x="237319" y="2912054"/>
              <a:ext cx="1351899" cy="1147917"/>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2" name="Rectangle 151">
              <a:extLst>
                <a:ext uri="{FF2B5EF4-FFF2-40B4-BE49-F238E27FC236}">
                  <a16:creationId xmlns:a16="http://schemas.microsoft.com/office/drawing/2014/main" id="{DFAA193B-2A9B-366D-F9AE-95E3351E32D1}"/>
                </a:ext>
              </a:extLst>
            </p:cNvPr>
            <p:cNvSpPr/>
            <p:nvPr/>
          </p:nvSpPr>
          <p:spPr>
            <a:xfrm>
              <a:off x="300912" y="3113527"/>
              <a:ext cx="1198462" cy="6887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Rectangle 152">
              <a:extLst>
                <a:ext uri="{FF2B5EF4-FFF2-40B4-BE49-F238E27FC236}">
                  <a16:creationId xmlns:a16="http://schemas.microsoft.com/office/drawing/2014/main" id="{EA260D2D-FFFC-B406-64A0-8052D70E635D}"/>
                </a:ext>
              </a:extLst>
            </p:cNvPr>
            <p:cNvSpPr/>
            <p:nvPr/>
          </p:nvSpPr>
          <p:spPr>
            <a:xfrm>
              <a:off x="687453" y="2909197"/>
              <a:ext cx="711851" cy="184666"/>
            </a:xfrm>
            <a:prstGeom prst="rect">
              <a:avLst/>
            </a:prstGeom>
            <a:noFill/>
          </p:spPr>
          <p:txBody>
            <a:bodyPr wrap="square" lIns="27432" tIns="0" rIns="27432" bIns="0">
              <a:spAutoFit/>
            </a:bodyPr>
            <a:lstStyle/>
            <a:p>
              <a:r>
                <a:rPr lang="en-US" sz="1200">
                  <a:solidFill>
                    <a:schemeClr val="accent4">
                      <a:lumMod val="60000"/>
                      <a:lumOff val="40000"/>
                    </a:schemeClr>
                  </a:solidFill>
                  <a:ea typeface="Open Sans" panose="020B0606030504020204" pitchFamily="34" charset="0"/>
                  <a:cs typeface="Open Sans" panose="020B0606030504020204" pitchFamily="34" charset="0"/>
                </a:rPr>
                <a:t>Zones</a:t>
              </a:r>
            </a:p>
          </p:txBody>
        </p:sp>
        <p:sp>
          <p:nvSpPr>
            <p:cNvPr id="154" name="Rectangle 153">
              <a:extLst>
                <a:ext uri="{FF2B5EF4-FFF2-40B4-BE49-F238E27FC236}">
                  <a16:creationId xmlns:a16="http://schemas.microsoft.com/office/drawing/2014/main" id="{288056C0-A464-6C9B-ADDC-8B73476CD0B7}"/>
                </a:ext>
              </a:extLst>
            </p:cNvPr>
            <p:cNvSpPr/>
            <p:nvPr/>
          </p:nvSpPr>
          <p:spPr>
            <a:xfrm>
              <a:off x="480626" y="3838769"/>
              <a:ext cx="893075" cy="184666"/>
            </a:xfrm>
            <a:prstGeom prst="rect">
              <a:avLst/>
            </a:prstGeom>
            <a:noFill/>
          </p:spPr>
          <p:txBody>
            <a:bodyPr wrap="square" lIns="27432" tIns="0" rIns="27432" bIns="0">
              <a:spAutoFit/>
            </a:bodyPr>
            <a:lstStyle/>
            <a:p>
              <a:r>
                <a:rPr lang="en-US" sz="1200">
                  <a:solidFill>
                    <a:schemeClr val="accent4">
                      <a:lumMod val="60000"/>
                      <a:lumOff val="40000"/>
                    </a:schemeClr>
                  </a:solidFill>
                  <a:ea typeface="Open Sans" panose="020B0606030504020204" pitchFamily="34" charset="0"/>
                  <a:cs typeface="Open Sans" panose="020B0606030504020204" pitchFamily="34" charset="0"/>
                </a:rPr>
                <a:t>Oracle</a:t>
              </a:r>
              <a:r>
                <a:rPr lang="en-US" sz="1200">
                  <a:solidFill>
                    <a:srgbClr val="312D2A"/>
                  </a:solidFill>
                  <a:ea typeface="Open Sans" panose="020B0606030504020204" pitchFamily="34" charset="0"/>
                  <a:cs typeface="Open Sans" panose="020B0606030504020204" pitchFamily="34" charset="0"/>
                </a:rPr>
                <a:t> </a:t>
              </a:r>
              <a:r>
                <a:rPr lang="en-US" sz="1200">
                  <a:solidFill>
                    <a:schemeClr val="accent4">
                      <a:lumMod val="60000"/>
                      <a:lumOff val="40000"/>
                    </a:schemeClr>
                  </a:solidFill>
                  <a:ea typeface="Open Sans" panose="020B0606030504020204" pitchFamily="34" charset="0"/>
                  <a:cs typeface="Open Sans" panose="020B0606030504020204" pitchFamily="34" charset="0"/>
                </a:rPr>
                <a:t>VCN</a:t>
              </a:r>
            </a:p>
          </p:txBody>
        </p:sp>
        <p:sp>
          <p:nvSpPr>
            <p:cNvPr id="155" name="Rectangle 154">
              <a:extLst>
                <a:ext uri="{FF2B5EF4-FFF2-40B4-BE49-F238E27FC236}">
                  <a16:creationId xmlns:a16="http://schemas.microsoft.com/office/drawing/2014/main" id="{715DE587-E6D9-BFAE-FF6E-735DC2241E46}"/>
                </a:ext>
              </a:extLst>
            </p:cNvPr>
            <p:cNvSpPr/>
            <p:nvPr/>
          </p:nvSpPr>
          <p:spPr>
            <a:xfrm>
              <a:off x="397273" y="3179136"/>
              <a:ext cx="1105102" cy="153888"/>
            </a:xfrm>
            <a:prstGeom prst="rect">
              <a:avLst/>
            </a:prstGeom>
            <a:noFill/>
          </p:spPr>
          <p:txBody>
            <a:bodyPr wrap="square" lIns="27432" tIns="0" rIns="27432" bIns="0">
              <a:spAutoFit/>
            </a:bodyPr>
            <a:lstStyle/>
            <a:p>
              <a:r>
                <a:rPr lang="en-US" sz="1000" b="1">
                  <a:solidFill>
                    <a:srgbClr val="312D2A"/>
                  </a:solidFill>
                  <a:ea typeface="Open Sans" panose="020B0606030504020204" pitchFamily="34" charset="0"/>
                  <a:cs typeface="Open Sans" panose="020B0606030504020204" pitchFamily="34" charset="0"/>
                </a:rPr>
                <a:t>On-Perm Internal</a:t>
              </a:r>
            </a:p>
          </p:txBody>
        </p:sp>
        <p:sp>
          <p:nvSpPr>
            <p:cNvPr id="156" name="Rectangle 155">
              <a:extLst>
                <a:ext uri="{FF2B5EF4-FFF2-40B4-BE49-F238E27FC236}">
                  <a16:creationId xmlns:a16="http://schemas.microsoft.com/office/drawing/2014/main" id="{F760368B-5402-CD0C-7D5F-D4A447306D7A}"/>
                </a:ext>
              </a:extLst>
            </p:cNvPr>
            <p:cNvSpPr/>
            <p:nvPr/>
          </p:nvSpPr>
          <p:spPr>
            <a:xfrm>
              <a:off x="393003" y="3332124"/>
              <a:ext cx="1105102" cy="307777"/>
            </a:xfrm>
            <a:prstGeom prst="rect">
              <a:avLst/>
            </a:prstGeom>
            <a:noFill/>
          </p:spPr>
          <p:txBody>
            <a:bodyPr wrap="square" lIns="27432" tIns="0" rIns="27432" bIns="0">
              <a:spAutoFit/>
            </a:bodyPr>
            <a:lstStyle/>
            <a:p>
              <a:r>
                <a:rPr lang="en-US" sz="1000">
                  <a:solidFill>
                    <a:srgbClr val="312D2A"/>
                  </a:solidFill>
                  <a:ea typeface="Open Sans" panose="020B0606030504020204" pitchFamily="34" charset="0"/>
                  <a:cs typeface="Open Sans" panose="020B0606030504020204" pitchFamily="34" charset="0"/>
                </a:rPr>
                <a:t>App3 – A – 10.0.1.2</a:t>
              </a:r>
            </a:p>
            <a:p>
              <a:r>
                <a:rPr lang="en-US" sz="1000">
                  <a:solidFill>
                    <a:srgbClr val="312D2A"/>
                  </a:solidFill>
                  <a:ea typeface="Open Sans" panose="020B0606030504020204" pitchFamily="34" charset="0"/>
                  <a:cs typeface="Open Sans" panose="020B0606030504020204" pitchFamily="34" charset="0"/>
                </a:rPr>
                <a:t>App4 – A -  10.0.1.3</a:t>
              </a:r>
            </a:p>
          </p:txBody>
        </p:sp>
      </p:grpSp>
    </p:spTree>
    <p:extLst>
      <p:ext uri="{BB962C8B-B14F-4D97-AF65-F5344CB8AC3E}">
        <p14:creationId xmlns:p14="http://schemas.microsoft.com/office/powerpoint/2010/main" val="1588686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50"/>
                                        <p:tgtEl>
                                          <p:spTgt spid="4"/>
                                        </p:tgtEl>
                                      </p:cBhvr>
                                    </p:animEffect>
                                  </p:childTnLst>
                                </p:cTn>
                              </p:par>
                            </p:childTnLst>
                          </p:cTn>
                        </p:par>
                        <p:par>
                          <p:cTn id="12" fill="hold">
                            <p:stCondLst>
                              <p:cond delay="2250"/>
                            </p:stCondLst>
                            <p:childTnLst>
                              <p:par>
                                <p:cTn id="13" presetID="10" presetClass="entr" presetSubtype="0" fill="hold"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750"/>
                                        <p:tgtEl>
                                          <p:spTgt spid="6"/>
                                        </p:tgtEl>
                                      </p:cBhvr>
                                    </p:animEffect>
                                  </p:childTnLst>
                                </p:cTn>
                              </p:par>
                            </p:childTnLst>
                          </p:cTn>
                        </p:par>
                        <p:par>
                          <p:cTn id="16" fill="hold">
                            <p:stCondLst>
                              <p:cond delay="3500"/>
                            </p:stCondLst>
                            <p:childTnLst>
                              <p:par>
                                <p:cTn id="17" presetID="16" presetClass="entr" presetSubtype="37" fill="hold" nodeType="afterEffect">
                                  <p:stCondLst>
                                    <p:cond delay="500"/>
                                  </p:stCondLst>
                                  <p:childTnLst>
                                    <p:set>
                                      <p:cBhvr>
                                        <p:cTn id="18" dur="1" fill="hold">
                                          <p:stCondLst>
                                            <p:cond delay="0"/>
                                          </p:stCondLst>
                                        </p:cTn>
                                        <p:tgtEl>
                                          <p:spTgt spid="168"/>
                                        </p:tgtEl>
                                        <p:attrNameLst>
                                          <p:attrName>style.visibility</p:attrName>
                                        </p:attrNameLst>
                                      </p:cBhvr>
                                      <p:to>
                                        <p:strVal val="visible"/>
                                      </p:to>
                                    </p:set>
                                    <p:animEffect transition="in" filter="barn(outVertical)">
                                      <p:cBhvr>
                                        <p:cTn id="19" dur="750"/>
                                        <p:tgtEl>
                                          <p:spTgt spid="168"/>
                                        </p:tgtEl>
                                      </p:cBhvr>
                                    </p:animEffect>
                                  </p:childTnLst>
                                </p:cTn>
                              </p:par>
                            </p:childTnLst>
                          </p:cTn>
                        </p:par>
                        <p:par>
                          <p:cTn id="20" fill="hold">
                            <p:stCondLst>
                              <p:cond delay="4750"/>
                            </p:stCondLst>
                            <p:childTnLst>
                              <p:par>
                                <p:cTn id="21" presetID="10" presetClass="entr" presetSubtype="0" fill="hold" nodeType="afterEffect">
                                  <p:stCondLst>
                                    <p:cond delay="5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750"/>
                                        <p:tgtEl>
                                          <p:spTgt spid="10"/>
                                        </p:tgtEl>
                                      </p:cBhvr>
                                    </p:animEffect>
                                  </p:childTnLst>
                                </p:cTn>
                              </p:par>
                            </p:childTnLst>
                          </p:cTn>
                        </p:par>
                        <p:par>
                          <p:cTn id="24" fill="hold">
                            <p:stCondLst>
                              <p:cond delay="6000"/>
                            </p:stCondLst>
                            <p:childTnLst>
                              <p:par>
                                <p:cTn id="25" presetID="22" presetClass="entr" presetSubtype="8" fill="hold" nodeType="afterEffect">
                                  <p:stCondLst>
                                    <p:cond delay="500"/>
                                  </p:stCondLst>
                                  <p:childTnLst>
                                    <p:set>
                                      <p:cBhvr>
                                        <p:cTn id="26" dur="1" fill="hold">
                                          <p:stCondLst>
                                            <p:cond delay="0"/>
                                          </p:stCondLst>
                                        </p:cTn>
                                        <p:tgtEl>
                                          <p:spTgt spid="174"/>
                                        </p:tgtEl>
                                        <p:attrNameLst>
                                          <p:attrName>style.visibility</p:attrName>
                                        </p:attrNameLst>
                                      </p:cBhvr>
                                      <p:to>
                                        <p:strVal val="visible"/>
                                      </p:to>
                                    </p:set>
                                    <p:animEffect transition="in" filter="wipe(left)">
                                      <p:cBhvr>
                                        <p:cTn id="27" dur="750"/>
                                        <p:tgtEl>
                                          <p:spTgt spid="174"/>
                                        </p:tgtEl>
                                      </p:cBhvr>
                                    </p:animEffect>
                                  </p:childTnLst>
                                </p:cTn>
                              </p:par>
                            </p:childTnLst>
                          </p:cTn>
                        </p:par>
                        <p:par>
                          <p:cTn id="28" fill="hold">
                            <p:stCondLst>
                              <p:cond delay="7250"/>
                            </p:stCondLst>
                            <p:childTnLst>
                              <p:par>
                                <p:cTn id="29" presetID="10" presetClass="entr" presetSubtype="0" fill="hold" nodeType="afterEffect">
                                  <p:stCondLst>
                                    <p:cond delay="500"/>
                                  </p:stCondLst>
                                  <p:childTnLst>
                                    <p:set>
                                      <p:cBhvr>
                                        <p:cTn id="30" dur="1" fill="hold">
                                          <p:stCondLst>
                                            <p:cond delay="0"/>
                                          </p:stCondLst>
                                        </p:cTn>
                                        <p:tgtEl>
                                          <p:spTgt spid="159"/>
                                        </p:tgtEl>
                                        <p:attrNameLst>
                                          <p:attrName>style.visibility</p:attrName>
                                        </p:attrNameLst>
                                      </p:cBhvr>
                                      <p:to>
                                        <p:strVal val="visible"/>
                                      </p:to>
                                    </p:set>
                                    <p:animEffect transition="in" filter="fade">
                                      <p:cBhvr>
                                        <p:cTn id="31" dur="750"/>
                                        <p:tgtEl>
                                          <p:spTgt spid="159"/>
                                        </p:tgtEl>
                                      </p:cBhvr>
                                    </p:animEffect>
                                  </p:childTnLst>
                                </p:cTn>
                              </p:par>
                            </p:childTnLst>
                          </p:cTn>
                        </p:par>
                        <p:par>
                          <p:cTn id="32" fill="hold">
                            <p:stCondLst>
                              <p:cond delay="8500"/>
                            </p:stCondLst>
                            <p:childTnLst>
                              <p:par>
                                <p:cTn id="33" presetID="22" presetClass="entr" presetSubtype="2" fill="hold" nodeType="afterEffect">
                                  <p:stCondLst>
                                    <p:cond delay="500"/>
                                  </p:stCondLst>
                                  <p:childTnLst>
                                    <p:set>
                                      <p:cBhvr>
                                        <p:cTn id="34" dur="1" fill="hold">
                                          <p:stCondLst>
                                            <p:cond delay="0"/>
                                          </p:stCondLst>
                                        </p:cTn>
                                        <p:tgtEl>
                                          <p:spTgt spid="177"/>
                                        </p:tgtEl>
                                        <p:attrNameLst>
                                          <p:attrName>style.visibility</p:attrName>
                                        </p:attrNameLst>
                                      </p:cBhvr>
                                      <p:to>
                                        <p:strVal val="visible"/>
                                      </p:to>
                                    </p:set>
                                    <p:animEffect transition="in" filter="wipe(right)">
                                      <p:cBhvr>
                                        <p:cTn id="35" dur="75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2;p22">
            <a:extLst>
              <a:ext uri="{FF2B5EF4-FFF2-40B4-BE49-F238E27FC236}">
                <a16:creationId xmlns:a16="http://schemas.microsoft.com/office/drawing/2014/main" id="{00CC76F2-EB3E-4D93-2F76-064A54FD36C9}"/>
              </a:ext>
            </a:extLst>
          </p:cNvPr>
          <p:cNvSpPr txBox="1">
            <a:spLocks/>
          </p:cNvSpPr>
          <p:nvPr/>
        </p:nvSpPr>
        <p:spPr>
          <a:xfrm>
            <a:off x="1113183" y="11971"/>
            <a:ext cx="6268173" cy="37965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IN" sz="1600" dirty="0">
                <a:solidFill>
                  <a:schemeClr val="tx1"/>
                </a:solidFill>
                <a:latin typeface="Merriweather"/>
                <a:ea typeface="Merriweather"/>
                <a:cs typeface="Merriweather"/>
                <a:sym typeface="Merriweather"/>
              </a:rPr>
              <a:t>3. OCI DNS – Custom Resolver - Topology</a:t>
            </a:r>
          </a:p>
        </p:txBody>
      </p:sp>
      <p:pic>
        <p:nvPicPr>
          <p:cNvPr id="6" name="Picture 5">
            <a:extLst>
              <a:ext uri="{FF2B5EF4-FFF2-40B4-BE49-F238E27FC236}">
                <a16:creationId xmlns:a16="http://schemas.microsoft.com/office/drawing/2014/main" id="{A66D0F51-D070-2815-AF92-01F1A75D11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192" y="176980"/>
            <a:ext cx="901991" cy="86190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pic>
        <p:nvPicPr>
          <p:cNvPr id="3" name="Picture 2">
            <a:extLst>
              <a:ext uri="{FF2B5EF4-FFF2-40B4-BE49-F238E27FC236}">
                <a16:creationId xmlns:a16="http://schemas.microsoft.com/office/drawing/2014/main" id="{6E06A0F9-C894-AE0A-FBC8-DC156B40B351}"/>
              </a:ext>
            </a:extLst>
          </p:cNvPr>
          <p:cNvPicPr>
            <a:picLocks noChangeAspect="1"/>
          </p:cNvPicPr>
          <p:nvPr/>
        </p:nvPicPr>
        <p:blipFill>
          <a:blip r:embed="rId3"/>
          <a:stretch>
            <a:fillRect/>
          </a:stretch>
        </p:blipFill>
        <p:spPr>
          <a:xfrm>
            <a:off x="1321904" y="564874"/>
            <a:ext cx="10870096" cy="6091326"/>
          </a:xfrm>
          <a:prstGeom prst="rect">
            <a:avLst/>
          </a:prstGeom>
        </p:spPr>
      </p:pic>
    </p:spTree>
    <p:extLst>
      <p:ext uri="{BB962C8B-B14F-4D97-AF65-F5344CB8AC3E}">
        <p14:creationId xmlns:p14="http://schemas.microsoft.com/office/powerpoint/2010/main" val="2154063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E1CAFB-6EBF-EE80-8918-B5FA502F94B9}"/>
              </a:ext>
            </a:extLst>
          </p:cNvPr>
          <p:cNvSpPr txBox="1"/>
          <p:nvPr/>
        </p:nvSpPr>
        <p:spPr>
          <a:xfrm>
            <a:off x="1756800" y="1352064"/>
            <a:ext cx="9108038" cy="3909340"/>
          </a:xfrm>
          <a:prstGeom prst="rect">
            <a:avLst/>
          </a:prstGeom>
          <a:noFill/>
        </p:spPr>
        <p:txBody>
          <a:bodyPr wrap="square" rtlCol="0">
            <a:spAutoFit/>
          </a:bodyPr>
          <a:lstStyle/>
          <a:p>
            <a:pPr>
              <a:lnSpc>
                <a:spcPct val="200000"/>
              </a:lnSpc>
            </a:pPr>
            <a:br>
              <a:rPr lang="en-US" sz="1400" b="0" i="0" dirty="0">
                <a:solidFill>
                  <a:srgbClr val="1D1C1D"/>
                </a:solidFill>
                <a:effectLst/>
                <a:latin typeface="Merriweather" panose="00000500000000000000" pitchFamily="2" charset="0"/>
              </a:rPr>
            </a:br>
            <a:r>
              <a:rPr lang="en-US" sz="1400" b="0" i="0" dirty="0">
                <a:solidFill>
                  <a:srgbClr val="1D1C1D"/>
                </a:solidFill>
                <a:effectLst/>
                <a:latin typeface="Merriweather" panose="00000500000000000000" pitchFamily="2" charset="0"/>
              </a:rPr>
              <a:t>Clints wants to specify their own private DNS domain names to manage their private assets in OCI, as well as support DNS resolution between VCNs and between VCNs and on-premise networks. </a:t>
            </a:r>
          </a:p>
          <a:p>
            <a:pPr>
              <a:lnSpc>
                <a:spcPct val="200000"/>
              </a:lnSpc>
            </a:pPr>
            <a:endParaRPr lang="en-US" sz="1400" b="0" i="0" dirty="0">
              <a:solidFill>
                <a:srgbClr val="1D1C1D"/>
              </a:solidFill>
              <a:effectLst/>
              <a:latin typeface="Merriweather" panose="00000500000000000000" pitchFamily="2" charset="0"/>
            </a:endParaRPr>
          </a:p>
          <a:p>
            <a:pPr>
              <a:lnSpc>
                <a:spcPct val="200000"/>
              </a:lnSpc>
            </a:pPr>
            <a:r>
              <a:rPr lang="en-US" sz="1400" b="0" i="0" dirty="0">
                <a:solidFill>
                  <a:srgbClr val="1D1C1D"/>
                </a:solidFill>
                <a:effectLst/>
                <a:latin typeface="Merriweather" panose="00000500000000000000" pitchFamily="2" charset="0"/>
              </a:rPr>
              <a:t>Private DNS will give them the ability to:</a:t>
            </a:r>
          </a:p>
          <a:p>
            <a:pPr marL="285750" indent="-285750">
              <a:lnSpc>
                <a:spcPct val="200000"/>
              </a:lnSpc>
              <a:buFont typeface="Arial" panose="020B0604020202020204" pitchFamily="34" charset="0"/>
              <a:buChar char="•"/>
            </a:pPr>
            <a:r>
              <a:rPr lang="en-US" sz="1400" b="0" i="0" dirty="0">
                <a:solidFill>
                  <a:srgbClr val="1D1C1D"/>
                </a:solidFill>
                <a:effectLst/>
                <a:latin typeface="Merriweather" panose="00000500000000000000" pitchFamily="2" charset="0"/>
              </a:rPr>
              <a:t>Create private DNS zones with their desired names and create records for their private resources</a:t>
            </a:r>
          </a:p>
          <a:p>
            <a:pPr marL="285750" indent="-285750">
              <a:lnSpc>
                <a:spcPct val="200000"/>
              </a:lnSpc>
              <a:buFont typeface="Arial" panose="020B0604020202020204" pitchFamily="34" charset="0"/>
              <a:buChar char="•"/>
            </a:pPr>
            <a:r>
              <a:rPr lang="en-US" sz="1400" b="0" i="0" dirty="0">
                <a:solidFill>
                  <a:srgbClr val="1D1C1D"/>
                </a:solidFill>
                <a:effectLst/>
                <a:latin typeface="Merriweather" panose="00000500000000000000" pitchFamily="2" charset="0"/>
              </a:rPr>
              <a:t>Private DNS resolver for DNS resolution to and from other private networks</a:t>
            </a:r>
          </a:p>
          <a:p>
            <a:pPr marL="285750" indent="-285750">
              <a:lnSpc>
                <a:spcPct val="200000"/>
              </a:lnSpc>
              <a:buFont typeface="Arial" panose="020B0604020202020204" pitchFamily="34" charset="0"/>
              <a:buChar char="•"/>
            </a:pPr>
            <a:r>
              <a:rPr lang="en-US" sz="1400" b="0" i="0" dirty="0">
                <a:solidFill>
                  <a:srgbClr val="1D1C1D"/>
                </a:solidFill>
                <a:effectLst/>
                <a:latin typeface="Merriweather" panose="00000500000000000000" pitchFamily="2" charset="0"/>
              </a:rPr>
              <a:t>Resolve queries for custom private zones and system generated zones (</a:t>
            </a:r>
            <a:r>
              <a:rPr lang="en-US" sz="1400" b="0" i="0" u="none" strike="noStrike" dirty="0">
                <a:solidFill>
                  <a:srgbClr val="1D1C1D"/>
                </a:solidFill>
                <a:effectLst/>
                <a:latin typeface="Merriweather" panose="00000500000000000000" pitchFamily="2" charset="0"/>
                <a:hlinkClick r:id="rId2"/>
              </a:rPr>
              <a:t>oraclevcn.com</a:t>
            </a:r>
            <a:r>
              <a:rPr lang="en-US" sz="1400" b="0" i="0" dirty="0">
                <a:solidFill>
                  <a:srgbClr val="1D1C1D"/>
                </a:solidFill>
                <a:effectLst/>
                <a:latin typeface="Merriweather" panose="00000500000000000000" pitchFamily="2" charset="0"/>
              </a:rPr>
              <a:t>)</a:t>
            </a:r>
          </a:p>
          <a:p>
            <a:pPr marL="285750" indent="-285750">
              <a:lnSpc>
                <a:spcPct val="200000"/>
              </a:lnSpc>
              <a:buFont typeface="Arial" panose="020B0604020202020204" pitchFamily="34" charset="0"/>
              <a:buChar char="•"/>
            </a:pPr>
            <a:r>
              <a:rPr lang="en-US" sz="1400" b="0" i="0" dirty="0">
                <a:solidFill>
                  <a:srgbClr val="1D1C1D"/>
                </a:solidFill>
                <a:effectLst/>
                <a:latin typeface="Merriweather" panose="00000500000000000000" pitchFamily="2" charset="0"/>
              </a:rPr>
              <a:t>Support for DNS views and conditional forwarding for split-horizon environments</a:t>
            </a:r>
          </a:p>
        </p:txBody>
      </p:sp>
      <p:sp>
        <p:nvSpPr>
          <p:cNvPr id="3" name="Google Shape;142;p22">
            <a:extLst>
              <a:ext uri="{FF2B5EF4-FFF2-40B4-BE49-F238E27FC236}">
                <a16:creationId xmlns:a16="http://schemas.microsoft.com/office/drawing/2014/main" id="{9AB5A9E1-4ABE-0A3B-1DCA-7624BE93A712}"/>
              </a:ext>
            </a:extLst>
          </p:cNvPr>
          <p:cNvSpPr txBox="1">
            <a:spLocks/>
          </p:cNvSpPr>
          <p:nvPr/>
        </p:nvSpPr>
        <p:spPr>
          <a:xfrm>
            <a:off x="1756800" y="471600"/>
            <a:ext cx="6514678"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US" sz="2400" b="0" i="0">
                <a:solidFill>
                  <a:srgbClr val="1D1C1D"/>
                </a:solidFill>
                <a:effectLst/>
                <a:latin typeface="Merriweather" panose="00000500000000000000" pitchFamily="2" charset="0"/>
              </a:rPr>
              <a:t>4. Oracle Cloud Private DNS</a:t>
            </a:r>
            <a:endParaRPr lang="en-IN" sz="2400">
              <a:solidFill>
                <a:schemeClr val="tx1"/>
              </a:solidFill>
              <a:latin typeface="Merriweather"/>
              <a:ea typeface="Merriweather"/>
              <a:cs typeface="Merriweather"/>
              <a:sym typeface="Merriweather"/>
            </a:endParaRPr>
          </a:p>
        </p:txBody>
      </p:sp>
      <p:pic>
        <p:nvPicPr>
          <p:cNvPr id="5" name="Picture 4">
            <a:extLst>
              <a:ext uri="{FF2B5EF4-FFF2-40B4-BE49-F238E27FC236}">
                <a16:creationId xmlns:a16="http://schemas.microsoft.com/office/drawing/2014/main" id="{EF6842B0-6E9F-A8D3-8131-7A2C0DCA4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192" y="176980"/>
            <a:ext cx="1332474" cy="127325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433515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CDE40F-1C68-280D-A3DB-6C4C3624FC12}"/>
              </a:ext>
            </a:extLst>
          </p:cNvPr>
          <p:cNvSpPr txBox="1"/>
          <p:nvPr/>
        </p:nvSpPr>
        <p:spPr>
          <a:xfrm>
            <a:off x="1888435" y="1141029"/>
            <a:ext cx="9114182" cy="4771114"/>
          </a:xfrm>
          <a:prstGeom prst="rect">
            <a:avLst/>
          </a:prstGeom>
          <a:noFill/>
        </p:spPr>
        <p:txBody>
          <a:bodyPr wrap="square">
            <a:spAutoFit/>
          </a:bodyPr>
          <a:lstStyle/>
          <a:p>
            <a:pPr algn="just">
              <a:lnSpc>
                <a:spcPct val="200000"/>
              </a:lnSpc>
            </a:pPr>
            <a:endParaRPr lang="en-US" sz="1400" dirty="0">
              <a:latin typeface="Merriweather" panose="00000500000000000000" pitchFamily="2" charset="0"/>
            </a:endParaRPr>
          </a:p>
          <a:p>
            <a:pPr marL="285750" indent="-285750" algn="just">
              <a:lnSpc>
                <a:spcPct val="200000"/>
              </a:lnSpc>
              <a:buFont typeface="Arial" panose="020B0604020202020204" pitchFamily="34" charset="0"/>
              <a:buChar char="•"/>
            </a:pPr>
            <a:r>
              <a:rPr lang="en-US" sz="1400" dirty="0">
                <a:latin typeface="Merriweather" panose="00000500000000000000" pitchFamily="2" charset="0"/>
              </a:rPr>
              <a:t>VCN and subnet labels: Max 15 alphanumeric characters and must start with a letter. Notice that hyphens and underscores are NOT allowed. The value cannot be changed later.</a:t>
            </a:r>
          </a:p>
          <a:p>
            <a:pPr marL="285750" indent="-285750" algn="just">
              <a:lnSpc>
                <a:spcPct val="200000"/>
              </a:lnSpc>
              <a:buFont typeface="Arial" panose="020B0604020202020204" pitchFamily="34" charset="0"/>
              <a:buChar char="•"/>
            </a:pPr>
            <a:r>
              <a:rPr lang="en-US" sz="1400" dirty="0">
                <a:latin typeface="Merriweather" panose="00000500000000000000" pitchFamily="2" charset="0"/>
              </a:rPr>
              <a:t>Hostnames: Max 63 characters, letters and numbers are allowed. Hyphens are allowed. Notice that periods are NOT allowed, hyphens aren't allowed at the beginning or end of the hostname, and the hostname can't be all numbers. </a:t>
            </a:r>
          </a:p>
          <a:p>
            <a:pPr marL="285750" lvl="7" indent="-285750">
              <a:lnSpc>
                <a:spcPct val="200000"/>
              </a:lnSpc>
              <a:buFont typeface="Arial" panose="020B0604020202020204" pitchFamily="34" charset="0"/>
              <a:buChar char="•"/>
            </a:pPr>
            <a:r>
              <a:rPr lang="en-US" sz="1400" dirty="0">
                <a:latin typeface="Merriweather" panose="00000500000000000000" pitchFamily="2" charset="0"/>
              </a:rPr>
              <a:t>Uniqueness</a:t>
            </a:r>
          </a:p>
          <a:p>
            <a:pPr marL="627063" lvl="8" indent="-274638">
              <a:lnSpc>
                <a:spcPct val="200000"/>
              </a:lnSpc>
              <a:buFont typeface="Arial" panose="020B0604020202020204" pitchFamily="34" charset="0"/>
              <a:buChar char="•"/>
            </a:pPr>
            <a:r>
              <a:rPr lang="en-US" sz="1400" dirty="0">
                <a:latin typeface="Merriweather" panose="00000500000000000000" pitchFamily="2" charset="0"/>
              </a:rPr>
              <a:t>VCN DNS label should be unique across your VCNs (not required, but a best practice)</a:t>
            </a:r>
          </a:p>
          <a:p>
            <a:pPr marL="627063" lvl="4" indent="-274638">
              <a:lnSpc>
                <a:spcPct val="200000"/>
              </a:lnSpc>
              <a:buFont typeface="Arial" panose="020B0604020202020204" pitchFamily="34" charset="0"/>
              <a:buChar char="•"/>
            </a:pPr>
            <a:r>
              <a:rPr lang="en-US" sz="1400" dirty="0">
                <a:latin typeface="Merriweather" panose="00000500000000000000" pitchFamily="2" charset="0"/>
              </a:rPr>
              <a:t>Subnet DNS labels must be unique within the VCN</a:t>
            </a:r>
          </a:p>
          <a:p>
            <a:pPr marL="627063" lvl="4" indent="-274638">
              <a:lnSpc>
                <a:spcPct val="200000"/>
              </a:lnSpc>
              <a:buFont typeface="Arial" panose="020B0604020202020204" pitchFamily="34" charset="0"/>
              <a:buChar char="•"/>
            </a:pPr>
            <a:r>
              <a:rPr lang="en-US" sz="1400" dirty="0">
                <a:latin typeface="Merriweather" panose="00000500000000000000" pitchFamily="2" charset="0"/>
              </a:rPr>
              <a:t>Hostnames must be unique within the subnet</a:t>
            </a:r>
            <a:endParaRPr lang="en-US" sz="1400" b="0" i="0" dirty="0">
              <a:effectLst/>
              <a:latin typeface="Merriweather" panose="00000500000000000000" pitchFamily="2" charset="0"/>
            </a:endParaRPr>
          </a:p>
          <a:p>
            <a:pPr marL="285750" lvl="7" indent="-285750">
              <a:lnSpc>
                <a:spcPct val="200000"/>
              </a:lnSpc>
              <a:buFont typeface="Arial" panose="020B0604020202020204" pitchFamily="34" charset="0"/>
              <a:buChar char="•"/>
            </a:pPr>
            <a:endParaRPr lang="en-US" sz="1400" b="0" i="0" dirty="0">
              <a:effectLst/>
              <a:latin typeface="Merriweather" panose="00000500000000000000" pitchFamily="2" charset="0"/>
            </a:endParaRPr>
          </a:p>
        </p:txBody>
      </p:sp>
      <p:sp>
        <p:nvSpPr>
          <p:cNvPr id="2" name="Google Shape;142;p22">
            <a:extLst>
              <a:ext uri="{FF2B5EF4-FFF2-40B4-BE49-F238E27FC236}">
                <a16:creationId xmlns:a16="http://schemas.microsoft.com/office/drawing/2014/main" id="{E754B913-F4C9-FCEB-62B9-E6D1935B81E7}"/>
              </a:ext>
            </a:extLst>
          </p:cNvPr>
          <p:cNvSpPr txBox="1">
            <a:spLocks/>
          </p:cNvSpPr>
          <p:nvPr/>
        </p:nvSpPr>
        <p:spPr>
          <a:xfrm>
            <a:off x="1756800" y="471600"/>
            <a:ext cx="7549745"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US" sz="2400">
                <a:latin typeface="Merriweather" panose="00000500000000000000" pitchFamily="2" charset="0"/>
              </a:rPr>
              <a:t>5. Requirements for DNS Labels and Hostnames</a:t>
            </a:r>
          </a:p>
          <a:p>
            <a:pPr marL="76198"/>
            <a:r>
              <a:rPr lang="en-IN" sz="2400" b="1">
                <a:solidFill>
                  <a:schemeClr val="tx1"/>
                </a:solidFill>
                <a:latin typeface="Merriweather"/>
                <a:ea typeface="Merriweather"/>
                <a:cs typeface="Merriweather"/>
                <a:sym typeface="Merriweather"/>
              </a:rPr>
              <a:t> </a:t>
            </a:r>
          </a:p>
        </p:txBody>
      </p:sp>
      <p:pic>
        <p:nvPicPr>
          <p:cNvPr id="6" name="Picture 5">
            <a:extLst>
              <a:ext uri="{FF2B5EF4-FFF2-40B4-BE49-F238E27FC236}">
                <a16:creationId xmlns:a16="http://schemas.microsoft.com/office/drawing/2014/main" id="{641D4FA0-2715-89F4-FCD2-E4EA5FE24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92" y="176980"/>
            <a:ext cx="1332474" cy="1273253"/>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344403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oogle Shape;79;p17">
            <a:extLst>
              <a:ext uri="{FF2B5EF4-FFF2-40B4-BE49-F238E27FC236}">
                <a16:creationId xmlns:a16="http://schemas.microsoft.com/office/drawing/2014/main" id="{495D6E7B-34E0-3EDA-54B1-56B869A72E41}"/>
              </a:ext>
            </a:extLst>
          </p:cNvPr>
          <p:cNvGraphicFramePr/>
          <p:nvPr>
            <p:extLst>
              <p:ext uri="{D42A27DB-BD31-4B8C-83A1-F6EECF244321}">
                <p14:modId xmlns:p14="http://schemas.microsoft.com/office/powerpoint/2010/main" val="1882955583"/>
              </p:ext>
            </p:extLst>
          </p:nvPr>
        </p:nvGraphicFramePr>
        <p:xfrm>
          <a:off x="692780" y="1580983"/>
          <a:ext cx="11153636" cy="4529768"/>
        </p:xfrm>
        <a:graphic>
          <a:graphicData uri="http://schemas.openxmlformats.org/drawingml/2006/table">
            <a:tbl>
              <a:tblPr>
                <a:noFill/>
              </a:tblPr>
              <a:tblGrid>
                <a:gridCol w="771450">
                  <a:extLst>
                    <a:ext uri="{9D8B030D-6E8A-4147-A177-3AD203B41FA5}">
                      <a16:colId xmlns:a16="http://schemas.microsoft.com/office/drawing/2014/main" val="20000"/>
                    </a:ext>
                  </a:extLst>
                </a:gridCol>
                <a:gridCol w="5080005">
                  <a:extLst>
                    <a:ext uri="{9D8B030D-6E8A-4147-A177-3AD203B41FA5}">
                      <a16:colId xmlns:a16="http://schemas.microsoft.com/office/drawing/2014/main" val="20001"/>
                    </a:ext>
                  </a:extLst>
                </a:gridCol>
                <a:gridCol w="5302181">
                  <a:extLst>
                    <a:ext uri="{9D8B030D-6E8A-4147-A177-3AD203B41FA5}">
                      <a16:colId xmlns:a16="http://schemas.microsoft.com/office/drawing/2014/main" val="20002"/>
                    </a:ext>
                  </a:extLst>
                </a:gridCol>
              </a:tblGrid>
              <a:tr h="558590">
                <a:tc>
                  <a:txBody>
                    <a:bodyPr/>
                    <a:lstStyle/>
                    <a:p>
                      <a:pPr marL="0" lvl="0" indent="0" algn="l" rtl="0">
                        <a:spcBef>
                          <a:spcPts val="0"/>
                        </a:spcBef>
                        <a:spcAft>
                          <a:spcPts val="0"/>
                        </a:spcAft>
                        <a:buNone/>
                      </a:pPr>
                      <a:endParaRPr sz="1200"/>
                    </a:p>
                  </a:txBody>
                  <a:tcPr marL="91425" marR="91425" marT="91425" marB="91425">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200" dirty="0"/>
                        <a:t>Question</a:t>
                      </a:r>
                      <a:endParaRPr sz="1200" dirty="0"/>
                    </a:p>
                  </a:txBody>
                  <a:tcPr marL="91425" marR="91425" marT="91425" marB="91425">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200" dirty="0"/>
                        <a:t>Answer</a:t>
                      </a:r>
                      <a:endParaRPr sz="1200" dirty="0"/>
                    </a:p>
                  </a:txBody>
                  <a:tcPr marL="91425" marR="91425" marT="91425" marB="91425">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3846">
                <a:tc>
                  <a:txBody>
                    <a:bodyPr/>
                    <a:lstStyle/>
                    <a:p>
                      <a:pPr marL="0" lvl="0" indent="0" algn="l" rtl="0">
                        <a:spcBef>
                          <a:spcPts val="0"/>
                        </a:spcBef>
                        <a:spcAft>
                          <a:spcPts val="0"/>
                        </a:spcAft>
                        <a:buNone/>
                      </a:pPr>
                      <a:r>
                        <a:rPr lang="en-IN" sz="1200" dirty="0"/>
                        <a:t>1</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en-US" sz="1200" b="0" i="0" u="none" strike="noStrike" noProof="0" dirty="0">
                          <a:latin typeface="Helvetica"/>
                        </a:rPr>
                        <a:t>Would you want to resolve OCI resources using private DNS? (E.g. customerwesite.com or customer.net </a:t>
                      </a:r>
                      <a:r>
                        <a:rPr lang="en-US" sz="1200" b="0" i="0" u="none" strike="noStrike" noProof="0" dirty="0" err="1">
                          <a:latin typeface="Helvetica"/>
                        </a:rPr>
                        <a:t>etc</a:t>
                      </a:r>
                      <a:r>
                        <a:rPr lang="en-US" sz="1200" b="0" i="0" u="none" strike="noStrike" noProof="0" dirty="0">
                          <a:latin typeface="Helvetica"/>
                        </a:rPr>
                        <a:t>)</a:t>
                      </a:r>
                      <a:endParaRPr lang="en-IN" sz="1200" b="0" i="0" u="none" strike="noStrike" noProof="0" dirty="0">
                        <a:latin typeface="Helvetica"/>
                      </a:endParaRPr>
                    </a:p>
                    <a:p>
                      <a:pPr marL="0" lvl="0" indent="0" algn="l">
                        <a:spcBef>
                          <a:spcPts val="0"/>
                        </a:spcBef>
                        <a:spcAft>
                          <a:spcPts val="0"/>
                        </a:spcAft>
                        <a:buNone/>
                      </a:pPr>
                      <a:endParaRPr lang="en-IN"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200" dirty="0"/>
                        <a:t>Yes or no</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8995763"/>
                  </a:ext>
                </a:extLst>
              </a:tr>
              <a:tr h="494866">
                <a:tc>
                  <a:txBody>
                    <a:bodyPr/>
                    <a:lstStyle/>
                    <a:p>
                      <a:pPr marL="0" lvl="0" indent="0" algn="l" rtl="0">
                        <a:spcBef>
                          <a:spcPts val="0"/>
                        </a:spcBef>
                        <a:spcAft>
                          <a:spcPts val="0"/>
                        </a:spcAft>
                        <a:buNone/>
                      </a:pPr>
                      <a:r>
                        <a:rPr lang="en-US" sz="1200" dirty="0"/>
                        <a:t>2</a:t>
                      </a:r>
                      <a:endParaRPr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a:spcBef>
                          <a:spcPts val="0"/>
                        </a:spcBef>
                        <a:spcAft>
                          <a:spcPts val="0"/>
                        </a:spcAft>
                        <a:buNone/>
                      </a:pPr>
                      <a:r>
                        <a:rPr lang="en-IN" sz="1200" b="0" i="0" u="none" strike="noStrike" noProof="0" dirty="0">
                          <a:latin typeface="Helvetica"/>
                        </a:rPr>
                        <a:t>What are your (IP Address) On-Perm DNS Listener &amp; DNS Forwarders?</a:t>
                      </a:r>
                      <a:endParaRPr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200" dirty="0"/>
                        <a:t>These are the application will be connecting to OCI:</a:t>
                      </a:r>
                      <a:endParaRPr lang="en-US" dirty="0"/>
                    </a:p>
                    <a:p>
                      <a:pPr marL="0" lvl="0" indent="0" algn="l">
                        <a:spcBef>
                          <a:spcPts val="0"/>
                        </a:spcBef>
                        <a:spcAft>
                          <a:spcPts val="0"/>
                        </a:spcAft>
                        <a:buNone/>
                      </a:pPr>
                      <a:r>
                        <a:rPr lang="en-US" sz="1200" dirty="0"/>
                        <a:t>EFS, SAP Bods, </a:t>
                      </a:r>
                      <a:r>
                        <a:rPr lang="en-US" sz="1200" dirty="0" err="1"/>
                        <a:t>Ebill</a:t>
                      </a:r>
                      <a:r>
                        <a:rPr lang="en-US" sz="1200" dirty="0"/>
                        <a:t> pay IDS DB, DD SFTP, </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074265"/>
                  </a:ext>
                </a:extLst>
              </a:tr>
              <a:tr h="400296">
                <a:tc>
                  <a:txBody>
                    <a:bodyPr/>
                    <a:lstStyle/>
                    <a:p>
                      <a:pPr marL="0" lvl="0" indent="0" algn="l" rtl="0">
                        <a:spcBef>
                          <a:spcPts val="0"/>
                        </a:spcBef>
                        <a:spcAft>
                          <a:spcPts val="0"/>
                        </a:spcAft>
                        <a:buNone/>
                      </a:pPr>
                      <a:r>
                        <a:rPr lang="en-IN" sz="1200" dirty="0"/>
                        <a:t>3</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IN" sz="1200" dirty="0"/>
                        <a:t>What is domain and Sub-Domain names to be used in OCI </a:t>
                      </a:r>
                    </a:p>
                    <a:p>
                      <a:pPr marL="0" lvl="0" indent="0" algn="l" rtl="0">
                        <a:spcBef>
                          <a:spcPts val="0"/>
                        </a:spcBef>
                        <a:spcAft>
                          <a:spcPts val="0"/>
                        </a:spcAft>
                        <a:buNone/>
                      </a:pPr>
                      <a:r>
                        <a:rPr lang="en-IN" sz="1200" dirty="0"/>
                        <a:t>(If the answer to #1 is yes)</a:t>
                      </a:r>
                      <a:endParaRPr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endParaRPr lang="en-US"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241649"/>
                  </a:ext>
                </a:extLst>
              </a:tr>
              <a:tr h="690113">
                <a:tc>
                  <a:txBody>
                    <a:bodyPr/>
                    <a:lstStyle/>
                    <a:p>
                      <a:pPr marL="0" lvl="0" indent="0" algn="l" rtl="0">
                        <a:spcBef>
                          <a:spcPts val="0"/>
                        </a:spcBef>
                        <a:spcAft>
                          <a:spcPts val="0"/>
                        </a:spcAft>
                        <a:buNone/>
                      </a:pPr>
                      <a:r>
                        <a:rPr lang="en" sz="1200" dirty="0"/>
                        <a:t>4</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200" dirty="0"/>
                        <a:t>What are your Oracle SAAS application URL </a:t>
                      </a:r>
                    </a:p>
                    <a:p>
                      <a:pPr marL="0" lvl="0" indent="0" algn="l" rtl="0">
                        <a:spcBef>
                          <a:spcPts val="0"/>
                        </a:spcBef>
                        <a:spcAft>
                          <a:spcPts val="0"/>
                        </a:spcAft>
                        <a:buNone/>
                      </a:pPr>
                      <a:r>
                        <a:rPr lang="en" sz="1200" dirty="0"/>
                        <a:t>(customer.com, customer.com, etc.)</a:t>
                      </a:r>
                      <a:endParaRPr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a:spcBef>
                          <a:spcPts val="0"/>
                        </a:spcBef>
                        <a:spcAft>
                          <a:spcPts val="0"/>
                        </a:spcAft>
                        <a:buNone/>
                      </a:pPr>
                      <a:endParaRPr lang="en-US" sz="1200" b="0" i="0" u="none" strike="noStrike" noProof="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93765">
                <a:tc>
                  <a:txBody>
                    <a:bodyPr/>
                    <a:lstStyle/>
                    <a:p>
                      <a:pPr marL="0" lvl="0" indent="0" algn="l" rtl="0">
                        <a:spcBef>
                          <a:spcPts val="0"/>
                        </a:spcBef>
                        <a:spcAft>
                          <a:spcPts val="0"/>
                        </a:spcAft>
                        <a:buNone/>
                      </a:pPr>
                      <a:r>
                        <a:rPr lang="en" sz="1200" dirty="0"/>
                        <a:t>5</a:t>
                      </a:r>
                    </a:p>
                  </a:txBody>
                  <a:tcPr marL="91425" marR="91425" marT="91425" marB="91425">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200" dirty="0"/>
                        <a:t>Are the SAAS applications accessible over internet or only Internally</a:t>
                      </a:r>
                    </a:p>
                    <a:p>
                      <a:pPr marL="0" lvl="0" indent="0" algn="l" rtl="0">
                        <a:spcBef>
                          <a:spcPts val="0"/>
                        </a:spcBef>
                        <a:spcAft>
                          <a:spcPts val="0"/>
                        </a:spcAft>
                        <a:buNone/>
                      </a:pPr>
                      <a:r>
                        <a:rPr lang="en" sz="1200" dirty="0"/>
                        <a:t>(Organization’s network only)</a:t>
                      </a:r>
                      <a:endParaRPr sz="1200" dirty="0"/>
                    </a:p>
                  </a:txBody>
                  <a:tcPr marL="91425" marR="91425" marT="91425" marB="91425">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200" dirty="0"/>
                        <a:t>SAAS applications restrict accesses at the AD level (using conditional access implementation and challenges - MFA). </a:t>
                      </a:r>
                    </a:p>
                    <a:p>
                      <a:pPr marL="0" lvl="0" indent="0" algn="l">
                        <a:spcBef>
                          <a:spcPts val="0"/>
                        </a:spcBef>
                        <a:spcAft>
                          <a:spcPts val="0"/>
                        </a:spcAft>
                        <a:buNone/>
                      </a:pPr>
                      <a:r>
                        <a:rPr lang="en-US" sz="1200" dirty="0"/>
                        <a:t>SAAS applications are accessible over the internet.</a:t>
                      </a:r>
                    </a:p>
                  </a:txBody>
                  <a:tcPr marL="91425" marR="91425" marT="91425" marB="91425">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58590">
                <a:tc>
                  <a:txBody>
                    <a:bodyPr/>
                    <a:lstStyle/>
                    <a:p>
                      <a:pPr marL="0" lvl="0" indent="0" algn="l" rtl="0">
                        <a:spcBef>
                          <a:spcPts val="0"/>
                        </a:spcBef>
                        <a:spcAft>
                          <a:spcPts val="0"/>
                        </a:spcAft>
                        <a:buNone/>
                      </a:pPr>
                      <a:r>
                        <a:rPr lang="en" sz="1200" dirty="0"/>
                        <a:t>6</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 sz="1200" dirty="0">
                          <a:solidFill>
                            <a:schemeClr val="dk1"/>
                          </a:solidFill>
                        </a:rPr>
                        <a:t>Do you want to retain these application URLs’ in OCI?</a:t>
                      </a:r>
                      <a:endParaRPr sz="1200" dirty="0"/>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spcBef>
                          <a:spcPts val="0"/>
                        </a:spcBef>
                        <a:spcAft>
                          <a:spcPts val="0"/>
                        </a:spcAft>
                        <a:buNone/>
                      </a:pPr>
                      <a:r>
                        <a:rPr lang="en-US" sz="1200" dirty="0"/>
                        <a:t>Yes</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23937F66-5F79-B099-15BF-F6605733D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745" y="115434"/>
            <a:ext cx="1250055" cy="1194497"/>
          </a:xfrm>
          <a:prstGeom prst="rect">
            <a:avLst/>
          </a:prstGeom>
          <a:ln>
            <a:noFill/>
          </a:ln>
          <a:effectLst>
            <a:outerShdw blurRad="149987" dist="250190" dir="8460000" algn="ctr">
              <a:srgbClr val="000000">
                <a:alpha val="28000"/>
              </a:srgbClr>
            </a:outerShdw>
            <a:reflection blurRad="6350" stA="52000" endA="300" endPos="35000" dir="5400000" sy="-100000" algn="bl" rotWithShape="0"/>
          </a:effectLst>
          <a:scene3d>
            <a:camera prst="orthographicFront">
              <a:rot lat="0" lon="0" rev="0"/>
            </a:camera>
            <a:lightRig rig="contrasting" dir="t">
              <a:rot lat="0" lon="0" rev="1500000"/>
            </a:lightRig>
          </a:scene3d>
          <a:sp3d prstMaterial="metal">
            <a:bevelT w="88900" h="88900"/>
          </a:sp3d>
        </p:spPr>
      </p:pic>
      <p:sp>
        <p:nvSpPr>
          <p:cNvPr id="5" name="Google Shape;142;p22">
            <a:extLst>
              <a:ext uri="{FF2B5EF4-FFF2-40B4-BE49-F238E27FC236}">
                <a16:creationId xmlns:a16="http://schemas.microsoft.com/office/drawing/2014/main" id="{8F19AD2D-9330-3323-4328-3D011B5FD53C}"/>
              </a:ext>
            </a:extLst>
          </p:cNvPr>
          <p:cNvSpPr txBox="1">
            <a:spLocks/>
          </p:cNvSpPr>
          <p:nvPr/>
        </p:nvSpPr>
        <p:spPr>
          <a:xfrm>
            <a:off x="1756800" y="471600"/>
            <a:ext cx="7549745" cy="68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pPr marL="76198"/>
            <a:r>
              <a:rPr lang="en-IN" sz="2400">
                <a:solidFill>
                  <a:schemeClr val="tx1"/>
                </a:solidFill>
                <a:latin typeface="Merriweather"/>
                <a:ea typeface="Merriweather"/>
                <a:cs typeface="Merriweather"/>
                <a:sym typeface="Merriweather"/>
              </a:rPr>
              <a:t>6. Questionnaire </a:t>
            </a:r>
          </a:p>
        </p:txBody>
      </p:sp>
    </p:spTree>
    <p:extLst>
      <p:ext uri="{BB962C8B-B14F-4D97-AF65-F5344CB8AC3E}">
        <p14:creationId xmlns:p14="http://schemas.microsoft.com/office/powerpoint/2010/main" val="293745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0E49F54-7DC7-BCD3-2F63-EE093ED10E3E}"/>
              </a:ext>
            </a:extLst>
          </p:cNvPr>
          <p:cNvSpPr txBox="1"/>
          <p:nvPr/>
        </p:nvSpPr>
        <p:spPr>
          <a:xfrm>
            <a:off x="4501208" y="2721114"/>
            <a:ext cx="3189584" cy="707886"/>
          </a:xfrm>
          <a:prstGeom prst="rect">
            <a:avLst/>
          </a:prstGeom>
          <a:noFill/>
          <a:effectLst>
            <a:outerShdw blurRad="50800" dist="38100" dir="18900000" algn="bl" rotWithShape="0">
              <a:prstClr val="black">
                <a:alpha val="40000"/>
              </a:prstClr>
            </a:outerShdw>
          </a:effectLst>
        </p:spPr>
        <p:txBody>
          <a:bodyPr wrap="square" rtlCol="0">
            <a:spAutoFit/>
          </a:bodyPr>
          <a:lstStyle/>
          <a:p>
            <a:r>
              <a:rPr lang="en-IN" sz="4000" b="1">
                <a:latin typeface="Cascadia Code" panose="020B0609020000020004" pitchFamily="49" charset="0"/>
                <a:ea typeface="Cascadia Code" panose="020B0609020000020004" pitchFamily="49" charset="0"/>
                <a:cs typeface="Cascadia Code" panose="020B0609020000020004" pitchFamily="49" charset="0"/>
              </a:rPr>
              <a:t>Thank You</a:t>
            </a:r>
          </a:p>
        </p:txBody>
      </p:sp>
    </p:spTree>
    <p:extLst>
      <p:ext uri="{BB962C8B-B14F-4D97-AF65-F5344CB8AC3E}">
        <p14:creationId xmlns:p14="http://schemas.microsoft.com/office/powerpoint/2010/main" val="1965261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2_Office Theme">
  <a:themeElements>
    <a:clrScheme name="2_Office Theme">
      <a:dk1>
        <a:srgbClr val="000000"/>
      </a:dk1>
      <a:lt1>
        <a:srgbClr val="FFFFFF"/>
      </a:lt1>
      <a:dk2>
        <a:srgbClr val="A7A7A7"/>
      </a:dk2>
      <a:lt2>
        <a:srgbClr val="535353"/>
      </a:lt2>
      <a:accent1>
        <a:srgbClr val="A5300F"/>
      </a:accent1>
      <a:accent2>
        <a:srgbClr val="D55816"/>
      </a:accent2>
      <a:accent3>
        <a:srgbClr val="E19825"/>
      </a:accent3>
      <a:accent4>
        <a:srgbClr val="B19C7D"/>
      </a:accent4>
      <a:accent5>
        <a:srgbClr val="7F5F52"/>
      </a:accent5>
      <a:accent6>
        <a:srgbClr val="B27D49"/>
      </a:accent6>
      <a:hlink>
        <a:srgbClr val="0000FF"/>
      </a:hlink>
      <a:folHlink>
        <a:srgbClr val="FF00FF"/>
      </a:folHlink>
    </a:clrScheme>
    <a:fontScheme name="2_Office Theme">
      <a:majorFont>
        <a:latin typeface="Calibri"/>
        <a:ea typeface="Calibri"/>
        <a:cs typeface="Calibri"/>
      </a:majorFont>
      <a:minorFont>
        <a:latin typeface="Helvetica"/>
        <a:ea typeface="Helvetica"/>
        <a:cs typeface="Helvetica"/>
      </a:minorFont>
    </a:fontScheme>
    <a:fmtScheme name="2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Office Theme">
  <a:themeElements>
    <a:clrScheme name="2_Office Theme">
      <a:dk1>
        <a:srgbClr val="000000"/>
      </a:dk1>
      <a:lt1>
        <a:srgbClr val="FFFFFF"/>
      </a:lt1>
      <a:dk2>
        <a:srgbClr val="A7A7A7"/>
      </a:dk2>
      <a:lt2>
        <a:srgbClr val="535353"/>
      </a:lt2>
      <a:accent1>
        <a:srgbClr val="A5300F"/>
      </a:accent1>
      <a:accent2>
        <a:srgbClr val="D55816"/>
      </a:accent2>
      <a:accent3>
        <a:srgbClr val="E19825"/>
      </a:accent3>
      <a:accent4>
        <a:srgbClr val="B19C7D"/>
      </a:accent4>
      <a:accent5>
        <a:srgbClr val="7F5F52"/>
      </a:accent5>
      <a:accent6>
        <a:srgbClr val="B27D49"/>
      </a:accent6>
      <a:hlink>
        <a:srgbClr val="0000FF"/>
      </a:hlink>
      <a:folHlink>
        <a:srgbClr val="FF00FF"/>
      </a:folHlink>
    </a:clrScheme>
    <a:fontScheme name="2_Office Theme">
      <a:majorFont>
        <a:latin typeface="Calibri"/>
        <a:ea typeface="Calibri"/>
        <a:cs typeface="Calibri"/>
      </a:majorFont>
      <a:minorFont>
        <a:latin typeface="Helvetica"/>
        <a:ea typeface="Helvetica"/>
        <a:cs typeface="Helvetica"/>
      </a:minorFont>
    </a:fontScheme>
    <a:fmtScheme name="2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b0e7f2d-017c-4318-b4fc-859f6e04b725">
      <Terms xmlns="http://schemas.microsoft.com/office/infopath/2007/PartnerControls"/>
    </lcf76f155ced4ddcb4097134ff3c332f>
    <_ip_UnifiedCompliancePolicyProperties xmlns="http://schemas.microsoft.com/sharepoint/v3" xsi:nil="true"/>
    <Notes xmlns="5b0e7f2d-017c-4318-b4fc-859f6e04b725" xsi:nil="true"/>
    <TaxCatchAll xmlns="1c29f7c8-e534-4f9b-b5e2-3fccdc44f6e1" xsi:nil="true"/>
    <_Flow_SignoffStatus xmlns="5b0e7f2d-017c-4318-b4fc-859f6e04b72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C7F643D0313C64898F9867BA536D39B" ma:contentTypeVersion="20" ma:contentTypeDescription="Create a new document." ma:contentTypeScope="" ma:versionID="c41a8250e654114ed7adb7853b96978e">
  <xsd:schema xmlns:xsd="http://www.w3.org/2001/XMLSchema" xmlns:xs="http://www.w3.org/2001/XMLSchema" xmlns:p="http://schemas.microsoft.com/office/2006/metadata/properties" xmlns:ns1="http://schemas.microsoft.com/sharepoint/v3" xmlns:ns2="5b0e7f2d-017c-4318-b4fc-859f6e04b725" xmlns:ns3="1c29f7c8-e534-4f9b-b5e2-3fccdc44f6e1" xmlns:ns4="cd016b01-ce91-407e-8641-881a681ab7a7" targetNamespace="http://schemas.microsoft.com/office/2006/metadata/properties" ma:root="true" ma:fieldsID="5397cd41a70f929fda7d062e5166cedc" ns1:_="" ns2:_="" ns3:_="" ns4:_="">
    <xsd:import namespace="http://schemas.microsoft.com/sharepoint/v3"/>
    <xsd:import namespace="5b0e7f2d-017c-4318-b4fc-859f6e04b725"/>
    <xsd:import namespace="1c29f7c8-e534-4f9b-b5e2-3fccdc44f6e1"/>
    <xsd:import namespace="cd016b01-ce91-407e-8641-881a681ab7a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GenerationTime" minOccurs="0"/>
                <xsd:element ref="ns2:MediaServiceEventHashCode" minOccurs="0"/>
                <xsd:element ref="ns2:lcf76f155ced4ddcb4097134ff3c332f" minOccurs="0"/>
                <xsd:element ref="ns3:TaxCatchAll" minOccurs="0"/>
                <xsd:element ref="ns4:SharedWithUsers" minOccurs="0"/>
                <xsd:element ref="ns4:SharedWithDetails" minOccurs="0"/>
                <xsd:element ref="ns2:MediaServiceOCR" minOccurs="0"/>
                <xsd:element ref="ns1:_ip_UnifiedCompliancePolicyProperties" minOccurs="0"/>
                <xsd:element ref="ns1:_ip_UnifiedCompliancePolicyUIAction" minOccurs="0"/>
                <xsd:element ref="ns2:MediaServiceSearchProperties" minOccurs="0"/>
                <xsd:element ref="ns2:Note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0e7f2d-017c-4318-b4fc-859f6e04b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55bf7c4-1c5d-4d4a-9c64-4c52f9630240"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Notes" ma:index="25" nillable="true" ma:displayName="Notes" ma:format="Dropdown" ma:internalName="Notes">
      <xsd:simpleType>
        <xsd:restriction base="dms:Text">
          <xsd:maxLength value="255"/>
        </xsd:restriction>
      </xsd:simpleType>
    </xsd:element>
    <xsd:element name="_Flow_SignoffStatus" ma:index="26"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29f7c8-e534-4f9b-b5e2-3fccdc44f6e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d145603-9637-4428-a1d3-976c2ad26bb7}" ma:internalName="TaxCatchAll" ma:showField="CatchAllData" ma:web="cd016b01-ce91-407e-8641-881a681ab7a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016b01-ce91-407e-8641-881a681ab7a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9B2F40-69E0-4F0F-8CE9-456874C1D133}">
  <ds:schemaRefs>
    <ds:schemaRef ds:uri="1c29f7c8-e534-4f9b-b5e2-3fccdc44f6e1"/>
    <ds:schemaRef ds:uri="5b0e7f2d-017c-4318-b4fc-859f6e04b725"/>
    <ds:schemaRef ds:uri="cd016b01-ce91-407e-8641-881a681ab7a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6CB7492-42B6-4690-9643-BDE3B78E44A6}">
  <ds:schemaRefs>
    <ds:schemaRef ds:uri="http://schemas.microsoft.com/sharepoint/v3/contenttype/forms"/>
  </ds:schemaRefs>
</ds:datastoreItem>
</file>

<file path=customXml/itemProps3.xml><?xml version="1.0" encoding="utf-8"?>
<ds:datastoreItem xmlns:ds="http://schemas.openxmlformats.org/officeDocument/2006/customXml" ds:itemID="{CA666CD3-FBE8-467E-92D6-CD9AE34D7A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b0e7f2d-017c-4318-b4fc-859f6e04b725"/>
    <ds:schemaRef ds:uri="1c29f7c8-e534-4f9b-b5e2-3fccdc44f6e1"/>
    <ds:schemaRef ds:uri="cd016b01-ce91-407e-8641-881a681ab7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115</TotalTime>
  <Words>667</Words>
  <Application>Microsoft Office PowerPoint</Application>
  <PresentationFormat>Widescreen</PresentationFormat>
  <Paragraphs>107</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Calibri Light</vt:lpstr>
      <vt:lpstr>Cascadia Code</vt:lpstr>
      <vt:lpstr>Helvetica</vt:lpstr>
      <vt:lpstr>KPMG Light</vt:lpstr>
      <vt:lpstr>Merriweather</vt:lpstr>
      <vt:lpstr>Oracle Sans</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Chandira Sekaran</cp:lastModifiedBy>
  <cp:revision>32</cp:revision>
  <dcterms:modified xsi:type="dcterms:W3CDTF">2023-05-09T15:22:15Z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0x0101002C7F643D0313C64898F9867BA536D39B</vt:lpwstr>
  </property>
  <property fmtid="{D5CDD505-2E9C-101B-9397-08002B2CF9AE}" pid="3" name="MediaServiceImageTags">
    <vt:lpwstr/>
  </property>
</Properties>
</file>